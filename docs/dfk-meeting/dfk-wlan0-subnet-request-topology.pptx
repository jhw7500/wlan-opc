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7" r:id="rId2"/>
    <p:sldId id="256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83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1A66B5-374D-4075-A255-E17D3FAD77BB}" type="datetimeFigureOut">
              <a:rPr lang="ko-KR" altLang="en-US" smtClean="0"/>
              <a:t>2026-06-29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05A36B-6818-45B0-993D-038A1F3CDFB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5880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05A36B-6818-45B0-993D-038A1F3CDFB6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3281599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4792" y="137160"/>
            <a:ext cx="1158211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당사</a:t>
            </a:r>
            <a:r>
              <a:rPr sz="1800" b="1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b="1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무선기판</a:t>
            </a:r>
            <a:r>
              <a:rPr sz="1800" b="1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(wlan0)</a:t>
            </a:r>
            <a:r>
              <a:rPr lang="en-US" sz="1800" b="1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lang="ko-KR" altLang="en-US" sz="1800" b="1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운영 방안</a:t>
            </a:r>
            <a:endParaRPr sz="1800" b="1" dirty="0">
              <a:solidFill>
                <a:srgbClr val="000000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04792" y="792480"/>
            <a:ext cx="9143771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dirty="0">
                <a:solidFill>
                  <a:srgbClr val="1F4E79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lang="ko-KR" altLang="en-US" sz="1300" b="1" dirty="0" err="1">
                <a:solidFill>
                  <a:srgbClr val="1F4E79"/>
                </a:solidFill>
                <a:latin typeface="Malgun Gothic"/>
                <a:ea typeface="Malgun Gothic"/>
                <a:cs typeface="Malgun Gothic"/>
              </a:rPr>
              <a:t>브릿지</a:t>
            </a:r>
            <a:r>
              <a:rPr lang="ko-KR" altLang="en-US" sz="1300" b="1" dirty="0">
                <a:solidFill>
                  <a:srgbClr val="1F4E79"/>
                </a:solidFill>
                <a:latin typeface="Malgun Gothic"/>
                <a:ea typeface="Malgun Gothic"/>
                <a:cs typeface="Malgun Gothic"/>
              </a:rPr>
              <a:t> 방식 비교</a:t>
            </a:r>
            <a:endParaRPr sz="1300" b="1" dirty="0">
              <a:solidFill>
                <a:srgbClr val="1F4E79"/>
              </a:solidFill>
              <a:latin typeface="Malgun Gothic"/>
              <a:ea typeface="Malgun Gothic"/>
              <a:cs typeface="Malgun Gothic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04792" y="1143000"/>
          <a:ext cx="11582109" cy="17922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763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1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907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18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 분</a:t>
                      </a:r>
                    </a:p>
                  </a:txBody>
                  <a:tcPr marL="45720" marR="45720" marT="9144" marB="9144" anchor="ctr"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① 커널 br0 (4-addr/WDS)</a:t>
                      </a:r>
                    </a:p>
                  </a:txBody>
                  <a:tcPr marL="45720" marR="45720" marT="9144" marB="9144" anchor="ctr"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② relayd (proxy-bridge)</a:t>
                      </a:r>
                    </a:p>
                  </a:txBody>
                  <a:tcPr marL="45720" marR="45720" marT="9144" marB="9144" anchor="ctr"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③ 당사 방식 (3-addr L2 · MAC 클론)</a:t>
                      </a:r>
                    </a:p>
                  </a:txBody>
                  <a:tcPr marL="45720" marR="45720" marT="9144" marB="9144" anchor="ctr">
                    <a:solidFill>
                      <a:srgbClr val="2E7D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3333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장치 성격</a:t>
                      </a:r>
                    </a:p>
                  </a:txBody>
                  <a:tcPr marL="45720" marR="45720" marT="9144" marB="9144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55555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네트워크 브릿지(IP 노드)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55555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L3 릴레이(라우터형)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B5E2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투명 L2 무선 브릿지 (무선 연장)</a:t>
                      </a:r>
                    </a:p>
                  </a:txBody>
                  <a:tcPr marL="45720" marR="45720" marT="9144" marB="9144" anchor="ctr"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3333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무선 프레임</a:t>
                      </a:r>
                    </a:p>
                  </a:txBody>
                  <a:tcPr marL="45720" marR="45720" marT="9144" marB="9144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55555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4-address (WDS)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55555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3-address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B5E2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3-address</a:t>
                      </a:r>
                    </a:p>
                  </a:txBody>
                  <a:tcPr marL="45720" marR="45720" marT="9144" marB="9144" anchor="ctr"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3333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AP 설정</a:t>
                      </a:r>
                    </a:p>
                  </a:txBody>
                  <a:tcPr marL="45720" marR="45720" marT="9144" marB="9144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55555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WDS 지원 필수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55555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일반 AP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B5E2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일반 AP (추가설정 불필요)</a:t>
                      </a:r>
                    </a:p>
                  </a:txBody>
                  <a:tcPr marL="45720" marR="45720" marT="9144" marB="9144" anchor="ctr"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3333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Proxy ARP</a:t>
                      </a:r>
                    </a:p>
                  </a:txBody>
                  <a:tcPr marL="45720" marR="45720" marT="9144" marB="9144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55555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불요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55555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B5E2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미사용</a:t>
                      </a:r>
                    </a:p>
                  </a:txBody>
                  <a:tcPr marL="45720" marR="45720" marT="9144" marB="9144" anchor="ctr"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3333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유선측 기기</a:t>
                      </a:r>
                    </a:p>
                  </a:txBody>
                  <a:tcPr marL="45720" marR="45720" marT="9144" marB="9144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55555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다수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 err="1">
                          <a:solidFill>
                            <a:srgbClr val="55555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다수</a:t>
                      </a:r>
                      <a:r>
                        <a:rPr sz="900" b="0" dirty="0">
                          <a:solidFill>
                            <a:srgbClr val="55555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(L3 </a:t>
                      </a:r>
                      <a:r>
                        <a:rPr sz="900" b="0" dirty="0" err="1">
                          <a:solidFill>
                            <a:srgbClr val="55555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릴레이·proxy</a:t>
                      </a:r>
                      <a:r>
                        <a:rPr sz="900" b="0" dirty="0">
                          <a:solidFill>
                            <a:srgbClr val="55555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ARP)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dirty="0">
                          <a:solidFill>
                            <a:srgbClr val="1B5E2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1대 (OPC Board </a:t>
                      </a:r>
                      <a:r>
                        <a:rPr sz="950" b="1" dirty="0" err="1">
                          <a:solidFill>
                            <a:srgbClr val="1B5E2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전용</a:t>
                      </a:r>
                      <a:r>
                        <a:rPr sz="950" b="1" dirty="0">
                          <a:solidFill>
                            <a:srgbClr val="1B5E2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)</a:t>
                      </a:r>
                    </a:p>
                  </a:txBody>
                  <a:tcPr marL="45720" marR="45720" marT="9144" marB="9144" anchor="ctr"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3333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장치 자체 IP</a:t>
                      </a:r>
                    </a:p>
                  </a:txBody>
                  <a:tcPr marL="45720" marR="45720" marT="9144" marB="9144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55555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br0 단일(유·무선 노출)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 err="1">
                          <a:solidFill>
                            <a:srgbClr val="55555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relayd</a:t>
                      </a:r>
                      <a:r>
                        <a:rPr sz="900" b="0" dirty="0">
                          <a:solidFill>
                            <a:srgbClr val="55555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IP(</a:t>
                      </a:r>
                      <a:r>
                        <a:rPr sz="900" b="0" dirty="0" err="1">
                          <a:solidFill>
                            <a:srgbClr val="55555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유·무선</a:t>
                      </a:r>
                      <a:r>
                        <a:rPr sz="900" b="0" dirty="0">
                          <a:solidFill>
                            <a:srgbClr val="55555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55555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노출</a:t>
                      </a:r>
                      <a:r>
                        <a:rPr sz="900" b="0" dirty="0">
                          <a:solidFill>
                            <a:srgbClr val="55555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dirty="0">
                          <a:solidFill>
                            <a:srgbClr val="1B5E2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eth0(</a:t>
                      </a:r>
                      <a:r>
                        <a:rPr sz="950" b="1" dirty="0" err="1">
                          <a:solidFill>
                            <a:srgbClr val="1B5E2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유선</a:t>
                      </a:r>
                      <a:r>
                        <a:rPr sz="950" b="1" dirty="0">
                          <a:solidFill>
                            <a:srgbClr val="1B5E2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)만 · </a:t>
                      </a:r>
                      <a:r>
                        <a:rPr sz="950" b="1" dirty="0" err="1">
                          <a:solidFill>
                            <a:srgbClr val="1B5E2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무선</a:t>
                      </a:r>
                      <a:r>
                        <a:rPr sz="950" b="1" dirty="0">
                          <a:solidFill>
                            <a:srgbClr val="1B5E2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950" b="1" dirty="0" err="1">
                          <a:solidFill>
                            <a:srgbClr val="1B5E2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미노출</a:t>
                      </a:r>
                      <a:endParaRPr sz="950" b="1" dirty="0">
                        <a:solidFill>
                          <a:srgbClr val="1B5E20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45720" marR="45720" marT="9144" marB="9144" anchor="ctr"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04792" y="2987040"/>
            <a:ext cx="761980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 dirty="0">
                <a:solidFill>
                  <a:srgbClr val="2E7D32"/>
                </a:solidFill>
                <a:latin typeface="Malgun Gothic"/>
                <a:ea typeface="Malgun Gothic"/>
                <a:cs typeface="Malgun Gothic"/>
              </a:rPr>
              <a:t>■ </a:t>
            </a:r>
            <a:r>
              <a:rPr sz="1150" b="1" dirty="0" err="1">
                <a:solidFill>
                  <a:srgbClr val="2E7D32"/>
                </a:solidFill>
                <a:latin typeface="Malgun Gothic"/>
                <a:ea typeface="Malgun Gothic"/>
                <a:cs typeface="Malgun Gothic"/>
              </a:rPr>
              <a:t>당사</a:t>
            </a:r>
            <a:r>
              <a:rPr sz="1150" b="1" dirty="0">
                <a:solidFill>
                  <a:srgbClr val="2E7D32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50" b="1" dirty="0" err="1">
                <a:solidFill>
                  <a:srgbClr val="2E7D32"/>
                </a:solidFill>
                <a:latin typeface="Malgun Gothic"/>
                <a:ea typeface="Malgun Gothic"/>
                <a:cs typeface="Malgun Gothic"/>
              </a:rPr>
              <a:t>방식</a:t>
            </a:r>
            <a:r>
              <a:rPr sz="1150" b="1" dirty="0">
                <a:solidFill>
                  <a:srgbClr val="2E7D32"/>
                </a:solidFill>
                <a:latin typeface="Malgun Gothic"/>
                <a:ea typeface="Malgun Gothic"/>
                <a:cs typeface="Malgun Gothic"/>
              </a:rPr>
              <a:t>(③)의 </a:t>
            </a:r>
            <a:r>
              <a:rPr sz="1150" b="1" dirty="0" err="1">
                <a:solidFill>
                  <a:srgbClr val="2E7D32"/>
                </a:solidFill>
                <a:latin typeface="Malgun Gothic"/>
                <a:ea typeface="Malgun Gothic"/>
                <a:cs typeface="Malgun Gothic"/>
              </a:rPr>
              <a:t>강점</a:t>
            </a:r>
            <a:r>
              <a:rPr sz="1150" b="1" dirty="0">
                <a:solidFill>
                  <a:srgbClr val="2E7D32"/>
                </a:solidFill>
                <a:latin typeface="Malgun Gothic"/>
                <a:ea typeface="Malgun Gothic"/>
                <a:cs typeface="Malgun Gothic"/>
              </a:rPr>
              <a:t> — </a:t>
            </a:r>
            <a:r>
              <a:rPr sz="1150" b="1" dirty="0" err="1">
                <a:solidFill>
                  <a:srgbClr val="2E7D32"/>
                </a:solidFill>
                <a:latin typeface="Malgun Gothic"/>
                <a:ea typeface="Malgun Gothic"/>
                <a:cs typeface="Malgun Gothic"/>
              </a:rPr>
              <a:t>단순한</a:t>
            </a:r>
            <a:r>
              <a:rPr sz="1150" b="1" dirty="0">
                <a:solidFill>
                  <a:srgbClr val="2E7D32"/>
                </a:solidFill>
                <a:latin typeface="Malgun Gothic"/>
                <a:ea typeface="Malgun Gothic"/>
                <a:cs typeface="Malgun Gothic"/>
              </a:rPr>
              <a:t> L2 </a:t>
            </a:r>
            <a:r>
              <a:rPr sz="1150" b="1" dirty="0" err="1">
                <a:solidFill>
                  <a:srgbClr val="2E7D32"/>
                </a:solidFill>
                <a:latin typeface="Malgun Gothic"/>
                <a:ea typeface="Malgun Gothic"/>
                <a:cs typeface="Malgun Gothic"/>
              </a:rPr>
              <a:t>무선</a:t>
            </a:r>
            <a:r>
              <a:rPr sz="1150" b="1" dirty="0">
                <a:solidFill>
                  <a:srgbClr val="2E7D32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50" b="1" dirty="0" err="1">
                <a:solidFill>
                  <a:srgbClr val="2E7D32"/>
                </a:solidFill>
                <a:latin typeface="Malgun Gothic"/>
                <a:ea typeface="Malgun Gothic"/>
                <a:cs typeface="Malgun Gothic"/>
              </a:rPr>
              <a:t>연장이라</a:t>
            </a:r>
            <a:r>
              <a:rPr sz="1150" b="1" dirty="0">
                <a:solidFill>
                  <a:srgbClr val="2E7D32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50" b="1" dirty="0" err="1">
                <a:solidFill>
                  <a:srgbClr val="2E7D32"/>
                </a:solidFill>
                <a:latin typeface="Malgun Gothic"/>
                <a:ea typeface="Malgun Gothic"/>
                <a:cs typeface="Malgun Gothic"/>
              </a:rPr>
              <a:t>통신이</a:t>
            </a:r>
            <a:r>
              <a:rPr sz="1150" b="1" dirty="0">
                <a:solidFill>
                  <a:srgbClr val="2E7D32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50" b="1" dirty="0" err="1">
                <a:solidFill>
                  <a:srgbClr val="2E7D32"/>
                </a:solidFill>
                <a:latin typeface="Malgun Gothic"/>
                <a:ea typeface="Malgun Gothic"/>
                <a:cs typeface="Malgun Gothic"/>
              </a:rPr>
              <a:t>깨끗합니다</a:t>
            </a:r>
            <a:endParaRPr sz="1150" b="1" dirty="0">
              <a:solidFill>
                <a:srgbClr val="2E7D32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04792" y="3299460"/>
            <a:ext cx="2743131" cy="1005840"/>
          </a:xfrm>
          <a:prstGeom prst="roundRect">
            <a:avLst/>
          </a:prstGeom>
          <a:solidFill>
            <a:srgbClr val="E8F5E9"/>
          </a:solidFill>
          <a:ln w="2032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t"/>
          <a:lstStyle/>
          <a:p>
            <a:pPr algn="l"/>
            <a:r>
              <a:rPr sz="919" b="1" dirty="0">
                <a:solidFill>
                  <a:srgbClr val="1B5E20"/>
                </a:solidFill>
                <a:latin typeface="Malgun Gothic"/>
                <a:ea typeface="Malgun Gothic"/>
                <a:cs typeface="Malgun Gothic"/>
              </a:rPr>
              <a:t>✔ </a:t>
            </a:r>
            <a:r>
              <a:rPr sz="919" b="1" dirty="0" err="1">
                <a:solidFill>
                  <a:srgbClr val="1B5E20"/>
                </a:solidFill>
                <a:latin typeface="Malgun Gothic"/>
                <a:ea typeface="Malgun Gothic"/>
                <a:cs typeface="Malgun Gothic"/>
              </a:rPr>
              <a:t>일반</a:t>
            </a:r>
            <a:r>
              <a:rPr sz="919" b="1" dirty="0">
                <a:solidFill>
                  <a:srgbClr val="1B5E20"/>
                </a:solidFill>
                <a:latin typeface="Malgun Gothic"/>
                <a:ea typeface="Malgun Gothic"/>
                <a:cs typeface="Malgun Gothic"/>
              </a:rPr>
              <a:t> AP </a:t>
            </a:r>
            <a:r>
              <a:rPr sz="919" b="1" dirty="0" err="1">
                <a:solidFill>
                  <a:srgbClr val="1B5E20"/>
                </a:solidFill>
                <a:latin typeface="Malgun Gothic"/>
                <a:ea typeface="Malgun Gothic"/>
                <a:cs typeface="Malgun Gothic"/>
              </a:rPr>
              <a:t>그대로</a:t>
            </a:r>
            <a:r>
              <a:rPr sz="919" b="1" dirty="0">
                <a:solidFill>
                  <a:srgbClr val="1B5E2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19" b="1" dirty="0" err="1">
                <a:solidFill>
                  <a:srgbClr val="1B5E20"/>
                </a:solidFill>
                <a:latin typeface="Malgun Gothic"/>
                <a:ea typeface="Malgun Gothic"/>
                <a:cs typeface="Malgun Gothic"/>
              </a:rPr>
              <a:t>호환</a:t>
            </a:r>
            <a:endParaRPr sz="919" b="1" dirty="0">
              <a:solidFill>
                <a:srgbClr val="1B5E20"/>
              </a:solidFill>
              <a:latin typeface="Malgun Gothic"/>
              <a:ea typeface="Malgun Gothic"/>
              <a:cs typeface="Malgun Gothic"/>
            </a:endParaRPr>
          </a:p>
          <a:p>
            <a:pPr algn="l"/>
            <a:r>
              <a:rPr sz="919" b="1" dirty="0" err="1">
                <a:solidFill>
                  <a:srgbClr val="1B5E20"/>
                </a:solidFill>
                <a:latin typeface="Malgun Gothic"/>
                <a:ea typeface="Malgun Gothic"/>
                <a:cs typeface="Malgun Gothic"/>
              </a:rPr>
              <a:t>WDS·Proxy-ARP</a:t>
            </a:r>
            <a:r>
              <a:rPr sz="919" b="1" dirty="0">
                <a:solidFill>
                  <a:srgbClr val="1B5E20"/>
                </a:solidFill>
                <a:latin typeface="Malgun Gothic"/>
                <a:ea typeface="Malgun Gothic"/>
                <a:cs typeface="Malgun Gothic"/>
              </a:rPr>
              <a:t> 등</a:t>
            </a:r>
          </a:p>
          <a:p>
            <a:r>
              <a:rPr lang="ko-KR" altLang="en-US" sz="919" b="1" dirty="0">
                <a:solidFill>
                  <a:srgbClr val="1B5E20"/>
                </a:solidFill>
                <a:latin typeface="Malgun Gothic"/>
                <a:ea typeface="Malgun Gothic"/>
              </a:rPr>
              <a:t>→</a:t>
            </a:r>
            <a:r>
              <a:rPr lang="ko-KR" altLang="en-US" sz="900" b="1" dirty="0">
                <a:solidFill>
                  <a:srgbClr val="8A000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19" b="1" dirty="0" err="1">
                <a:solidFill>
                  <a:srgbClr val="1B5E20"/>
                </a:solidFill>
                <a:latin typeface="Malgun Gothic"/>
                <a:ea typeface="Malgun Gothic"/>
                <a:cs typeface="Malgun Gothic"/>
              </a:rPr>
              <a:t>특수</a:t>
            </a:r>
            <a:r>
              <a:rPr sz="919" b="1" dirty="0">
                <a:solidFill>
                  <a:srgbClr val="1B5E2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19" b="1" dirty="0" err="1">
                <a:solidFill>
                  <a:srgbClr val="1B5E20"/>
                </a:solidFill>
                <a:latin typeface="Malgun Gothic"/>
                <a:ea typeface="Malgun Gothic"/>
                <a:cs typeface="Malgun Gothic"/>
              </a:rPr>
              <a:t>무선</a:t>
            </a:r>
            <a:r>
              <a:rPr sz="919" b="1" dirty="0">
                <a:solidFill>
                  <a:srgbClr val="1B5E2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19" b="1" dirty="0" err="1">
                <a:solidFill>
                  <a:srgbClr val="1B5E20"/>
                </a:solidFill>
                <a:latin typeface="Malgun Gothic"/>
                <a:ea typeface="Malgun Gothic"/>
                <a:cs typeface="Malgun Gothic"/>
              </a:rPr>
              <a:t>설정</a:t>
            </a:r>
            <a:r>
              <a:rPr sz="919" b="1" dirty="0">
                <a:solidFill>
                  <a:srgbClr val="1B5E2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19" b="1" dirty="0" err="1">
                <a:solidFill>
                  <a:srgbClr val="1B5E20"/>
                </a:solidFill>
                <a:latin typeface="Malgun Gothic"/>
                <a:ea typeface="Malgun Gothic"/>
                <a:cs typeface="Malgun Gothic"/>
              </a:rPr>
              <a:t>불필요</a:t>
            </a:r>
            <a:endParaRPr sz="919" b="1" dirty="0">
              <a:solidFill>
                <a:srgbClr val="1B5E20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223179" y="3299460"/>
            <a:ext cx="2743131" cy="1005840"/>
          </a:xfrm>
          <a:prstGeom prst="roundRect">
            <a:avLst/>
          </a:prstGeom>
          <a:solidFill>
            <a:srgbClr val="E8F5E9"/>
          </a:solidFill>
          <a:ln w="2032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t"/>
          <a:lstStyle/>
          <a:p>
            <a:pPr algn="l"/>
            <a:r>
              <a:rPr sz="919" b="1" dirty="0">
                <a:solidFill>
                  <a:srgbClr val="1B5E20"/>
                </a:solidFill>
                <a:latin typeface="Malgun Gothic"/>
                <a:ea typeface="Malgun Gothic"/>
                <a:cs typeface="Malgun Gothic"/>
              </a:rPr>
              <a:t>✔ L2만 </a:t>
            </a:r>
            <a:r>
              <a:rPr sz="919" b="1" dirty="0" err="1">
                <a:solidFill>
                  <a:srgbClr val="1B5E20"/>
                </a:solidFill>
                <a:latin typeface="Malgun Gothic"/>
                <a:ea typeface="Malgun Gothic"/>
                <a:cs typeface="Malgun Gothic"/>
              </a:rPr>
              <a:t>제공</a:t>
            </a:r>
            <a:r>
              <a:rPr sz="919" b="1" dirty="0">
                <a:solidFill>
                  <a:srgbClr val="1B5E20"/>
                </a:solidFill>
                <a:latin typeface="Malgun Gothic"/>
                <a:ea typeface="Malgun Gothic"/>
                <a:cs typeface="Malgun Gothic"/>
              </a:rPr>
              <a:t> · L3 </a:t>
            </a:r>
            <a:r>
              <a:rPr sz="919" b="1" dirty="0" err="1">
                <a:solidFill>
                  <a:srgbClr val="1B5E20"/>
                </a:solidFill>
                <a:latin typeface="Malgun Gothic"/>
                <a:ea typeface="Malgun Gothic"/>
                <a:cs typeface="Malgun Gothic"/>
              </a:rPr>
              <a:t>미관여</a:t>
            </a:r>
            <a:endParaRPr sz="919" b="1" dirty="0">
              <a:solidFill>
                <a:srgbClr val="1B5E20"/>
              </a:solidFill>
              <a:latin typeface="Malgun Gothic"/>
              <a:ea typeface="Malgun Gothic"/>
              <a:cs typeface="Malgun Gothic"/>
            </a:endParaRPr>
          </a:p>
          <a:p>
            <a:pPr algn="l"/>
            <a:r>
              <a:rPr sz="919" b="1" dirty="0">
                <a:solidFill>
                  <a:srgbClr val="1B5E20"/>
                </a:solidFill>
                <a:latin typeface="Malgun Gothic"/>
                <a:ea typeface="Malgun Gothic"/>
                <a:cs typeface="Malgun Gothic"/>
              </a:rPr>
              <a:t>OPC </a:t>
            </a:r>
            <a:r>
              <a:rPr sz="919" b="1" dirty="0" err="1">
                <a:solidFill>
                  <a:srgbClr val="1B5E20"/>
                </a:solidFill>
                <a:latin typeface="Malgun Gothic"/>
                <a:ea typeface="Malgun Gothic"/>
                <a:cs typeface="Malgun Gothic"/>
              </a:rPr>
              <a:t>Board의</a:t>
            </a:r>
            <a:r>
              <a:rPr sz="919" b="1" dirty="0">
                <a:solidFill>
                  <a:srgbClr val="1B5E2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19" b="1" dirty="0" err="1">
                <a:solidFill>
                  <a:srgbClr val="1B5E20"/>
                </a:solidFill>
                <a:latin typeface="Malgun Gothic"/>
                <a:ea typeface="Malgun Gothic"/>
                <a:cs typeface="Malgun Gothic"/>
              </a:rPr>
              <a:t>IP·서브넷·GW</a:t>
            </a:r>
            <a:r>
              <a:rPr lang="en-US" sz="919" b="1" dirty="0">
                <a:solidFill>
                  <a:srgbClr val="1B5E2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19" b="1" dirty="0" err="1">
                <a:solidFill>
                  <a:srgbClr val="1B5E20"/>
                </a:solidFill>
                <a:latin typeface="Malgun Gothic"/>
                <a:ea typeface="Malgun Gothic"/>
                <a:cs typeface="Malgun Gothic"/>
              </a:rPr>
              <a:t>그대로</a:t>
            </a:r>
            <a:r>
              <a:rPr sz="919" b="1" dirty="0">
                <a:solidFill>
                  <a:srgbClr val="1B5E2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19" b="1" dirty="0" err="1">
                <a:solidFill>
                  <a:srgbClr val="1B5E20"/>
                </a:solidFill>
                <a:latin typeface="Malgun Gothic"/>
                <a:ea typeface="Malgun Gothic"/>
                <a:cs typeface="Malgun Gothic"/>
              </a:rPr>
              <a:t>사용</a:t>
            </a:r>
            <a:endParaRPr sz="919" b="1" dirty="0">
              <a:solidFill>
                <a:srgbClr val="1B5E20"/>
              </a:solidFill>
              <a:latin typeface="Malgun Gothic"/>
              <a:ea typeface="Malgun Gothic"/>
              <a:cs typeface="Malgun Gothic"/>
            </a:endParaRPr>
          </a:p>
          <a:p>
            <a:r>
              <a:rPr lang="ko-KR" altLang="en-US" sz="919" b="1" dirty="0">
                <a:solidFill>
                  <a:srgbClr val="1B5E20"/>
                </a:solidFill>
                <a:latin typeface="Malgun Gothic"/>
                <a:ea typeface="Malgun Gothic"/>
              </a:rPr>
              <a:t>→ </a:t>
            </a:r>
            <a:r>
              <a:rPr sz="919" b="1" dirty="0" err="1">
                <a:solidFill>
                  <a:srgbClr val="1B5E20"/>
                </a:solidFill>
                <a:latin typeface="Malgun Gothic"/>
                <a:ea typeface="Malgun Gothic"/>
                <a:cs typeface="Malgun Gothic"/>
              </a:rPr>
              <a:t>재주소·NAT</a:t>
            </a:r>
            <a:r>
              <a:rPr sz="919" b="1" dirty="0">
                <a:solidFill>
                  <a:srgbClr val="1B5E2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19" b="1" dirty="0" err="1">
                <a:solidFill>
                  <a:srgbClr val="1B5E20"/>
                </a:solidFill>
                <a:latin typeface="Malgun Gothic"/>
                <a:ea typeface="Malgun Gothic"/>
                <a:cs typeface="Malgun Gothic"/>
              </a:rPr>
              <a:t>없음</a:t>
            </a:r>
            <a:endParaRPr sz="919" b="1" dirty="0">
              <a:solidFill>
                <a:srgbClr val="1B5E20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141566" y="3299460"/>
            <a:ext cx="2743131" cy="1005840"/>
          </a:xfrm>
          <a:prstGeom prst="roundRect">
            <a:avLst/>
          </a:prstGeom>
          <a:solidFill>
            <a:srgbClr val="E8F5E9"/>
          </a:solidFill>
          <a:ln w="2032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t"/>
          <a:lstStyle/>
          <a:p>
            <a:pPr algn="l"/>
            <a:r>
              <a:rPr sz="919" b="1" dirty="0">
                <a:solidFill>
                  <a:srgbClr val="1B5E20"/>
                </a:solidFill>
                <a:latin typeface="Malgun Gothic"/>
                <a:ea typeface="Malgun Gothic"/>
                <a:cs typeface="Malgun Gothic"/>
              </a:rPr>
              <a:t>✔ </a:t>
            </a:r>
            <a:r>
              <a:rPr sz="919" b="1" dirty="0" err="1">
                <a:solidFill>
                  <a:srgbClr val="1B5E20"/>
                </a:solidFill>
                <a:latin typeface="Malgun Gothic"/>
                <a:ea typeface="Malgun Gothic"/>
                <a:cs typeface="Malgun Gothic"/>
              </a:rPr>
              <a:t>상위</a:t>
            </a:r>
            <a:r>
              <a:rPr sz="919" b="1" dirty="0">
                <a:solidFill>
                  <a:srgbClr val="1B5E2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19" b="1" dirty="0" err="1">
                <a:solidFill>
                  <a:srgbClr val="1B5E20"/>
                </a:solidFill>
                <a:latin typeface="Malgun Gothic"/>
                <a:ea typeface="Malgun Gothic"/>
                <a:cs typeface="Malgun Gothic"/>
              </a:rPr>
              <a:t>통신</a:t>
            </a:r>
            <a:r>
              <a:rPr sz="919" b="1" dirty="0">
                <a:solidFill>
                  <a:srgbClr val="1B5E2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19" b="1" dirty="0" err="1">
                <a:solidFill>
                  <a:srgbClr val="1B5E20"/>
                </a:solidFill>
                <a:latin typeface="Malgun Gothic"/>
                <a:ea typeface="Malgun Gothic"/>
                <a:cs typeface="Malgun Gothic"/>
              </a:rPr>
              <a:t>무간섭</a:t>
            </a:r>
            <a:endParaRPr sz="919" b="1" dirty="0">
              <a:solidFill>
                <a:srgbClr val="1B5E20"/>
              </a:solidFill>
              <a:latin typeface="Malgun Gothic"/>
              <a:ea typeface="Malgun Gothic"/>
              <a:cs typeface="Malgun Gothic"/>
            </a:endParaRPr>
          </a:p>
          <a:p>
            <a:pPr algn="l"/>
            <a:r>
              <a:rPr sz="919" b="1" dirty="0" err="1">
                <a:solidFill>
                  <a:srgbClr val="1B5E20"/>
                </a:solidFill>
                <a:latin typeface="Malgun Gothic"/>
                <a:ea typeface="Malgun Gothic"/>
                <a:cs typeface="Malgun Gothic"/>
              </a:rPr>
              <a:t>무선</a:t>
            </a:r>
            <a:r>
              <a:rPr sz="919" b="1" dirty="0">
                <a:solidFill>
                  <a:srgbClr val="1B5E2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19" b="1" dirty="0" err="1">
                <a:solidFill>
                  <a:srgbClr val="1B5E20"/>
                </a:solidFill>
                <a:latin typeface="Malgun Gothic"/>
                <a:ea typeface="Malgun Gothic"/>
                <a:cs typeface="Malgun Gothic"/>
              </a:rPr>
              <a:t>품질</a:t>
            </a:r>
            <a:r>
              <a:rPr sz="919" b="1" dirty="0">
                <a:solidFill>
                  <a:srgbClr val="1B5E20"/>
                </a:solidFill>
                <a:latin typeface="Malgun Gothic"/>
                <a:ea typeface="Malgun Gothic"/>
                <a:cs typeface="Malgun Gothic"/>
              </a:rPr>
              <a:t>(RSSI/SNR) </a:t>
            </a:r>
            <a:r>
              <a:rPr sz="919" b="1" dirty="0" err="1">
                <a:solidFill>
                  <a:srgbClr val="1B5E20"/>
                </a:solidFill>
                <a:latin typeface="Malgun Gothic"/>
                <a:ea typeface="Malgun Gothic"/>
                <a:cs typeface="Malgun Gothic"/>
              </a:rPr>
              <a:t>외에는</a:t>
            </a:r>
            <a:r>
              <a:rPr lang="en-US" sz="919" b="1" dirty="0">
                <a:solidFill>
                  <a:srgbClr val="1B5E2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19" b="1" dirty="0" err="1">
                <a:solidFill>
                  <a:srgbClr val="1B5E20"/>
                </a:solidFill>
                <a:latin typeface="Malgun Gothic"/>
                <a:ea typeface="Malgun Gothic"/>
                <a:cs typeface="Malgun Gothic"/>
              </a:rPr>
              <a:t>통신에</a:t>
            </a:r>
            <a:r>
              <a:rPr sz="919" b="1" dirty="0">
                <a:solidFill>
                  <a:srgbClr val="1B5E2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19" b="1" dirty="0" err="1">
                <a:solidFill>
                  <a:srgbClr val="1B5E20"/>
                </a:solidFill>
                <a:latin typeface="Malgun Gothic"/>
                <a:ea typeface="Malgun Gothic"/>
                <a:cs typeface="Malgun Gothic"/>
              </a:rPr>
              <a:t>영향</a:t>
            </a:r>
            <a:r>
              <a:rPr sz="919" b="1" dirty="0">
                <a:solidFill>
                  <a:srgbClr val="1B5E2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19" b="1" dirty="0" err="1">
                <a:solidFill>
                  <a:srgbClr val="1B5E20"/>
                </a:solidFill>
                <a:latin typeface="Malgun Gothic"/>
                <a:ea typeface="Malgun Gothic"/>
                <a:cs typeface="Malgun Gothic"/>
              </a:rPr>
              <a:t>없음</a:t>
            </a:r>
            <a:endParaRPr sz="919" b="1" dirty="0">
              <a:solidFill>
                <a:srgbClr val="1B5E20"/>
              </a:solidFill>
              <a:latin typeface="Malgun Gothic"/>
              <a:ea typeface="Malgun Gothic"/>
              <a:cs typeface="Malgun Gothic"/>
            </a:endParaRPr>
          </a:p>
          <a:p>
            <a:r>
              <a:rPr lang="ko-KR" altLang="en-US" sz="919" b="1" dirty="0">
                <a:solidFill>
                  <a:srgbClr val="1B5E20"/>
                </a:solidFill>
                <a:latin typeface="Malgun Gothic"/>
                <a:ea typeface="Malgun Gothic"/>
              </a:rPr>
              <a:t>→ </a:t>
            </a:r>
            <a:r>
              <a:rPr sz="919" b="1" dirty="0">
                <a:solidFill>
                  <a:srgbClr val="1B5E20"/>
                </a:solidFill>
                <a:latin typeface="Malgun Gothic"/>
                <a:ea typeface="Malgun Gothic"/>
                <a:cs typeface="Malgun Gothic"/>
              </a:rPr>
              <a:t>L3 </a:t>
            </a:r>
            <a:r>
              <a:rPr sz="919" b="1" dirty="0" err="1">
                <a:solidFill>
                  <a:srgbClr val="1B5E20"/>
                </a:solidFill>
                <a:latin typeface="Malgun Gothic"/>
                <a:ea typeface="Malgun Gothic"/>
                <a:cs typeface="Malgun Gothic"/>
              </a:rPr>
              <a:t>변환·세션</a:t>
            </a:r>
            <a:r>
              <a:rPr sz="919" b="1" dirty="0">
                <a:solidFill>
                  <a:srgbClr val="1B5E2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19" b="1" dirty="0" err="1">
                <a:solidFill>
                  <a:srgbClr val="1B5E20"/>
                </a:solidFill>
                <a:latin typeface="Malgun Gothic"/>
                <a:ea typeface="Malgun Gothic"/>
                <a:cs typeface="Malgun Gothic"/>
              </a:rPr>
              <a:t>끊김</a:t>
            </a:r>
            <a:r>
              <a:rPr sz="919" b="1" dirty="0">
                <a:solidFill>
                  <a:srgbClr val="1B5E2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19" b="1" dirty="0" err="1">
                <a:solidFill>
                  <a:srgbClr val="1B5E20"/>
                </a:solidFill>
                <a:latin typeface="Malgun Gothic"/>
                <a:ea typeface="Malgun Gothic"/>
                <a:cs typeface="Malgun Gothic"/>
              </a:rPr>
              <a:t>없음</a:t>
            </a:r>
            <a:endParaRPr sz="919" b="1" dirty="0">
              <a:solidFill>
                <a:srgbClr val="1B5E20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9059953" y="3299460"/>
            <a:ext cx="2826948" cy="1005840"/>
          </a:xfrm>
          <a:prstGeom prst="roundRect">
            <a:avLst/>
          </a:prstGeom>
          <a:solidFill>
            <a:srgbClr val="E8F5E9"/>
          </a:solidFill>
          <a:ln w="2032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t"/>
          <a:lstStyle/>
          <a:p>
            <a:pPr algn="l"/>
            <a:r>
              <a:rPr sz="919" b="1" dirty="0">
                <a:solidFill>
                  <a:srgbClr val="1B5E20"/>
                </a:solidFill>
                <a:latin typeface="Malgun Gothic"/>
                <a:ea typeface="Malgun Gothic"/>
                <a:cs typeface="Malgun Gothic"/>
              </a:rPr>
              <a:t>✔ </a:t>
            </a:r>
            <a:r>
              <a:rPr sz="919" b="1" dirty="0" err="1">
                <a:solidFill>
                  <a:srgbClr val="1B5E20"/>
                </a:solidFill>
                <a:latin typeface="Malgun Gothic"/>
                <a:ea typeface="Malgun Gothic"/>
                <a:cs typeface="Malgun Gothic"/>
              </a:rPr>
              <a:t>단순</a:t>
            </a:r>
            <a:r>
              <a:rPr sz="919" b="1" dirty="0">
                <a:solidFill>
                  <a:srgbClr val="1B5E20"/>
                </a:solidFill>
                <a:latin typeface="Malgun Gothic"/>
                <a:ea typeface="Malgun Gothic"/>
                <a:cs typeface="Malgun Gothic"/>
              </a:rPr>
              <a:t> · </a:t>
            </a:r>
            <a:r>
              <a:rPr sz="919" b="1" dirty="0" err="1">
                <a:solidFill>
                  <a:srgbClr val="1B5E20"/>
                </a:solidFill>
                <a:latin typeface="Malgun Gothic"/>
                <a:ea typeface="Malgun Gothic"/>
                <a:cs typeface="Malgun Gothic"/>
              </a:rPr>
              <a:t>결정론적</a:t>
            </a:r>
            <a:endParaRPr sz="919" b="1" dirty="0">
              <a:solidFill>
                <a:srgbClr val="1B5E20"/>
              </a:solidFill>
              <a:latin typeface="Malgun Gothic"/>
              <a:ea typeface="Malgun Gothic"/>
              <a:cs typeface="Malgun Gothic"/>
            </a:endParaRPr>
          </a:p>
          <a:p>
            <a:pPr algn="l"/>
            <a:r>
              <a:rPr sz="919" b="1" dirty="0">
                <a:solidFill>
                  <a:srgbClr val="1B5E20"/>
                </a:solidFill>
                <a:latin typeface="Malgun Gothic"/>
                <a:ea typeface="Malgun Gothic"/>
                <a:cs typeface="Malgun Gothic"/>
              </a:rPr>
              <a:t>L3 </a:t>
            </a:r>
            <a:r>
              <a:rPr sz="919" b="1" dirty="0" err="1">
                <a:solidFill>
                  <a:srgbClr val="1B5E20"/>
                </a:solidFill>
                <a:latin typeface="Malgun Gothic"/>
                <a:ea typeface="Malgun Gothic"/>
                <a:cs typeface="Malgun Gothic"/>
              </a:rPr>
              <a:t>상태</a:t>
            </a:r>
            <a:r>
              <a:rPr sz="919" b="1" dirty="0">
                <a:solidFill>
                  <a:srgbClr val="1B5E20"/>
                </a:solidFill>
                <a:latin typeface="Malgun Gothic"/>
                <a:ea typeface="Malgun Gothic"/>
                <a:cs typeface="Malgun Gothic"/>
              </a:rPr>
              <a:t>(</a:t>
            </a:r>
            <a:r>
              <a:rPr sz="919" b="1" dirty="0" err="1">
                <a:solidFill>
                  <a:srgbClr val="1B5E20"/>
                </a:solidFill>
                <a:latin typeface="Malgun Gothic"/>
                <a:ea typeface="Malgun Gothic"/>
                <a:cs typeface="Malgun Gothic"/>
              </a:rPr>
              <a:t>호스트</a:t>
            </a:r>
            <a:r>
              <a:rPr sz="919" b="1" dirty="0">
                <a:solidFill>
                  <a:srgbClr val="1B5E2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19" b="1" dirty="0" err="1">
                <a:solidFill>
                  <a:srgbClr val="1B5E20"/>
                </a:solidFill>
                <a:latin typeface="Malgun Gothic"/>
                <a:ea typeface="Malgun Gothic"/>
                <a:cs typeface="Malgun Gothic"/>
              </a:rPr>
              <a:t>라우트·ARP</a:t>
            </a:r>
            <a:r>
              <a:rPr sz="919" b="1" dirty="0">
                <a:solidFill>
                  <a:srgbClr val="1B5E2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19" b="1" dirty="0" err="1">
                <a:solidFill>
                  <a:srgbClr val="1B5E20"/>
                </a:solidFill>
                <a:latin typeface="Malgun Gothic"/>
                <a:ea typeface="Malgun Gothic"/>
                <a:cs typeface="Malgun Gothic"/>
              </a:rPr>
              <a:t>캐시</a:t>
            </a:r>
            <a:r>
              <a:rPr sz="919" b="1" dirty="0">
                <a:solidFill>
                  <a:srgbClr val="1B5E20"/>
                </a:solidFill>
                <a:latin typeface="Malgun Gothic"/>
                <a:ea typeface="Malgun Gothic"/>
                <a:cs typeface="Malgun Gothic"/>
              </a:rPr>
              <a:t>) </a:t>
            </a:r>
            <a:r>
              <a:rPr sz="919" b="1" dirty="0" err="1">
                <a:solidFill>
                  <a:srgbClr val="1B5E20"/>
                </a:solidFill>
                <a:latin typeface="Malgun Gothic"/>
                <a:ea typeface="Malgun Gothic"/>
                <a:cs typeface="Malgun Gothic"/>
              </a:rPr>
              <a:t>없음</a:t>
            </a:r>
            <a:endParaRPr sz="919" b="1" dirty="0">
              <a:solidFill>
                <a:srgbClr val="1B5E20"/>
              </a:solidFill>
              <a:latin typeface="Malgun Gothic"/>
              <a:ea typeface="Malgun Gothic"/>
              <a:cs typeface="Malgun Gothic"/>
            </a:endParaRPr>
          </a:p>
          <a:p>
            <a:r>
              <a:rPr lang="ko-KR" altLang="en-US" sz="919" b="1" dirty="0">
                <a:solidFill>
                  <a:srgbClr val="1B5E20"/>
                </a:solidFill>
                <a:latin typeface="Malgun Gothic"/>
                <a:ea typeface="Malgun Gothic"/>
              </a:rPr>
              <a:t>→ </a:t>
            </a:r>
            <a:r>
              <a:rPr sz="919" b="1" dirty="0" err="1">
                <a:solidFill>
                  <a:srgbClr val="1B5E20"/>
                </a:solidFill>
                <a:latin typeface="Malgun Gothic"/>
                <a:ea typeface="Malgun Gothic"/>
                <a:cs typeface="Malgun Gothic"/>
              </a:rPr>
              <a:t>장애</a:t>
            </a:r>
            <a:r>
              <a:rPr sz="919" b="1" dirty="0">
                <a:solidFill>
                  <a:srgbClr val="1B5E2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19" b="1" dirty="0" err="1">
                <a:solidFill>
                  <a:srgbClr val="1B5E20"/>
                </a:solidFill>
                <a:latin typeface="Malgun Gothic"/>
                <a:ea typeface="Malgun Gothic"/>
                <a:cs typeface="Malgun Gothic"/>
              </a:rPr>
              <a:t>지점</a:t>
            </a:r>
            <a:r>
              <a:rPr sz="919" b="1" dirty="0">
                <a:solidFill>
                  <a:srgbClr val="1B5E2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19" b="1" dirty="0" err="1">
                <a:solidFill>
                  <a:srgbClr val="1B5E20"/>
                </a:solidFill>
                <a:latin typeface="Malgun Gothic"/>
                <a:ea typeface="Malgun Gothic"/>
                <a:cs typeface="Malgun Gothic"/>
              </a:rPr>
              <a:t>최소</a:t>
            </a:r>
            <a:r>
              <a:rPr sz="919" b="1" dirty="0">
                <a:solidFill>
                  <a:srgbClr val="1B5E20"/>
                </a:solidFill>
                <a:latin typeface="Malgun Gothic"/>
                <a:ea typeface="Malgun Gothic"/>
                <a:cs typeface="Malgun Gothic"/>
              </a:rPr>
              <a:t> (</a:t>
            </a:r>
            <a:r>
              <a:rPr sz="919" b="1" dirty="0" err="1">
                <a:solidFill>
                  <a:srgbClr val="1B5E20"/>
                </a:solidFill>
                <a:latin typeface="Malgun Gothic"/>
                <a:ea typeface="Malgun Gothic"/>
                <a:cs typeface="Malgun Gothic"/>
              </a:rPr>
              <a:t>반송제어</a:t>
            </a:r>
            <a:r>
              <a:rPr lang="en-US" sz="919" b="1" dirty="0">
                <a:solidFill>
                  <a:srgbClr val="1B5E2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lang="ko-KR" altLang="en-US" sz="919" b="1" dirty="0">
                <a:solidFill>
                  <a:srgbClr val="1B5E20"/>
                </a:solidFill>
                <a:latin typeface="Malgun Gothic"/>
                <a:ea typeface="Malgun Gothic"/>
                <a:cs typeface="Malgun Gothic"/>
              </a:rPr>
              <a:t>유용</a:t>
            </a:r>
            <a:r>
              <a:rPr sz="919" b="1" dirty="0">
                <a:solidFill>
                  <a:srgbClr val="1B5E20"/>
                </a:solidFill>
                <a:latin typeface="Malgun Gothic"/>
                <a:ea typeface="Malgun Gothic"/>
                <a:cs typeface="Malgun Gothic"/>
              </a:rPr>
              <a:t>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4792" y="4480560"/>
            <a:ext cx="9905752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dirty="0">
                <a:solidFill>
                  <a:srgbClr val="1F4E79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lang="ko-KR" altLang="en-US" sz="1300" b="1" dirty="0">
                <a:solidFill>
                  <a:srgbClr val="1F4E79"/>
                </a:solidFill>
                <a:latin typeface="Malgun Gothic"/>
                <a:ea typeface="Malgun Gothic"/>
                <a:cs typeface="Malgun Gothic"/>
              </a:rPr>
              <a:t>네트워크 </a:t>
            </a:r>
            <a:r>
              <a:rPr lang="ko-KR" altLang="en-US" sz="1300" b="1" dirty="0" err="1">
                <a:solidFill>
                  <a:srgbClr val="1F4E79"/>
                </a:solidFill>
                <a:latin typeface="Malgun Gothic"/>
                <a:ea typeface="Malgun Gothic"/>
                <a:cs typeface="Malgun Gothic"/>
              </a:rPr>
              <a:t>토폴리지</a:t>
            </a:r>
            <a:r>
              <a:rPr lang="ko-KR" altLang="en-US" sz="1300" b="1" dirty="0">
                <a:solidFill>
                  <a:srgbClr val="1F4E79"/>
                </a:solidFill>
                <a:latin typeface="Malgun Gothic"/>
                <a:ea typeface="Malgun Gothic"/>
                <a:cs typeface="Malgun Gothic"/>
              </a:rPr>
              <a:t> 변경 안</a:t>
            </a:r>
            <a:endParaRPr sz="1300" b="1" dirty="0">
              <a:solidFill>
                <a:srgbClr val="1F4E79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3236976" y="4838699"/>
            <a:ext cx="2706624" cy="1752599"/>
          </a:xfrm>
          <a:prstGeom prst="roundRect">
            <a:avLst/>
          </a:prstGeom>
          <a:solidFill>
            <a:srgbClr val="FFF6F6"/>
          </a:solidFill>
          <a:ln w="2032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t"/>
          <a:lstStyle/>
          <a:p>
            <a:pPr algn="l"/>
            <a:r>
              <a:rPr sz="960" b="1" dirty="0">
                <a:solidFill>
                  <a:srgbClr val="8A0000"/>
                </a:solidFill>
                <a:latin typeface="Malgun Gothic"/>
                <a:ea typeface="Malgun Gothic"/>
                <a:cs typeface="Malgun Gothic"/>
              </a:rPr>
              <a:t>① wlan0 </a:t>
            </a:r>
            <a:r>
              <a:rPr sz="960" b="1" dirty="0" err="1">
                <a:solidFill>
                  <a:srgbClr val="8A0000"/>
                </a:solidFill>
                <a:latin typeface="Malgun Gothic"/>
                <a:ea typeface="Malgun Gothic"/>
                <a:cs typeface="Malgun Gothic"/>
              </a:rPr>
              <a:t>별도</a:t>
            </a:r>
            <a:r>
              <a:rPr sz="960" b="1" dirty="0">
                <a:solidFill>
                  <a:srgbClr val="8A000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60" b="1" dirty="0" err="1">
                <a:solidFill>
                  <a:srgbClr val="8A0000"/>
                </a:solidFill>
                <a:latin typeface="Malgun Gothic"/>
                <a:ea typeface="Malgun Gothic"/>
                <a:cs typeface="Malgun Gothic"/>
              </a:rPr>
              <a:t>서브넷</a:t>
            </a:r>
            <a:r>
              <a:rPr sz="960" b="1" dirty="0">
                <a:solidFill>
                  <a:srgbClr val="8A000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60" b="1" dirty="0" err="1">
                <a:solidFill>
                  <a:srgbClr val="8A0000"/>
                </a:solidFill>
                <a:latin typeface="Malgun Gothic"/>
                <a:ea typeface="Malgun Gothic"/>
                <a:cs typeface="Malgun Gothic"/>
              </a:rPr>
              <a:t>필요</a:t>
            </a:r>
            <a:endParaRPr sz="960" b="1" dirty="0">
              <a:solidFill>
                <a:srgbClr val="8A0000"/>
              </a:solidFill>
              <a:latin typeface="Malgun Gothic"/>
              <a:ea typeface="Malgun Gothic"/>
              <a:cs typeface="Malgun Gothic"/>
            </a:endParaRPr>
          </a:p>
          <a:p>
            <a:pPr algn="l"/>
            <a:endParaRPr sz="960" b="1" dirty="0">
              <a:solidFill>
                <a:srgbClr val="8A0000"/>
              </a:solidFill>
              <a:latin typeface="Malgun Gothic"/>
              <a:ea typeface="Malgun Gothic"/>
              <a:cs typeface="Malgun Gothic"/>
            </a:endParaRPr>
          </a:p>
          <a:p>
            <a:pPr algn="l"/>
            <a:r>
              <a:rPr sz="960" b="1" dirty="0">
                <a:solidFill>
                  <a:srgbClr val="8A0000"/>
                </a:solidFill>
                <a:latin typeface="Malgun Gothic"/>
                <a:ea typeface="Malgun Gothic"/>
                <a:cs typeface="Malgun Gothic"/>
              </a:rPr>
              <a:t>wlan0와 OPC </a:t>
            </a:r>
            <a:r>
              <a:rPr sz="960" b="1" dirty="0" err="1">
                <a:solidFill>
                  <a:srgbClr val="8A0000"/>
                </a:solidFill>
                <a:latin typeface="Malgun Gothic"/>
                <a:ea typeface="Malgun Gothic"/>
                <a:cs typeface="Malgun Gothic"/>
              </a:rPr>
              <a:t>Board가</a:t>
            </a:r>
            <a:r>
              <a:rPr sz="960" b="1" dirty="0">
                <a:solidFill>
                  <a:srgbClr val="8A000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60" b="1" dirty="0" err="1">
                <a:solidFill>
                  <a:srgbClr val="8A0000"/>
                </a:solidFill>
                <a:latin typeface="Malgun Gothic"/>
                <a:ea typeface="Malgun Gothic"/>
                <a:cs typeface="Malgun Gothic"/>
              </a:rPr>
              <a:t>동일</a:t>
            </a:r>
            <a:r>
              <a:rPr sz="960" b="1" dirty="0">
                <a:solidFill>
                  <a:srgbClr val="8A000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60" b="1" dirty="0" err="1">
                <a:solidFill>
                  <a:srgbClr val="8A0000"/>
                </a:solidFill>
                <a:latin typeface="Malgun Gothic"/>
                <a:ea typeface="Malgun Gothic"/>
                <a:cs typeface="Malgun Gothic"/>
              </a:rPr>
              <a:t>클론</a:t>
            </a:r>
            <a:r>
              <a:rPr sz="960" b="1" dirty="0">
                <a:solidFill>
                  <a:srgbClr val="8A000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60" b="1" dirty="0" err="1">
                <a:solidFill>
                  <a:srgbClr val="8A0000"/>
                </a:solidFill>
                <a:latin typeface="Malgun Gothic"/>
                <a:ea typeface="Malgun Gothic"/>
                <a:cs typeface="Malgun Gothic"/>
              </a:rPr>
              <a:t>MAC으로</a:t>
            </a:r>
            <a:endParaRPr sz="960" b="1" dirty="0">
              <a:solidFill>
                <a:srgbClr val="8A0000"/>
              </a:solidFill>
              <a:latin typeface="Malgun Gothic"/>
              <a:ea typeface="Malgun Gothic"/>
              <a:cs typeface="Malgun Gothic"/>
            </a:endParaRPr>
          </a:p>
          <a:p>
            <a:pPr algn="l"/>
            <a:r>
              <a:rPr sz="960" b="1" dirty="0" err="1">
                <a:solidFill>
                  <a:srgbClr val="8A0000"/>
                </a:solidFill>
                <a:latin typeface="Malgun Gothic"/>
                <a:ea typeface="Malgun Gothic"/>
                <a:cs typeface="Malgun Gothic"/>
              </a:rPr>
              <a:t>같은</a:t>
            </a:r>
            <a:r>
              <a:rPr sz="960" b="1" dirty="0">
                <a:solidFill>
                  <a:srgbClr val="8A000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60" b="1" dirty="0" err="1">
                <a:solidFill>
                  <a:srgbClr val="8A0000"/>
                </a:solidFill>
                <a:latin typeface="Malgun Gothic"/>
                <a:ea typeface="Malgun Gothic"/>
                <a:cs typeface="Malgun Gothic"/>
              </a:rPr>
              <a:t>무선</a:t>
            </a:r>
            <a:r>
              <a:rPr sz="960" b="1" dirty="0">
                <a:solidFill>
                  <a:srgbClr val="8A000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60" b="1" dirty="0" err="1">
                <a:solidFill>
                  <a:srgbClr val="8A0000"/>
                </a:solidFill>
                <a:latin typeface="Malgun Gothic"/>
                <a:ea typeface="Malgun Gothic"/>
                <a:cs typeface="Malgun Gothic"/>
              </a:rPr>
              <a:t>세그먼트에</a:t>
            </a:r>
            <a:r>
              <a:rPr sz="960" b="1" dirty="0">
                <a:solidFill>
                  <a:srgbClr val="8A000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60" b="1" dirty="0" err="1">
                <a:solidFill>
                  <a:srgbClr val="8A0000"/>
                </a:solidFill>
                <a:latin typeface="Malgun Gothic"/>
                <a:ea typeface="Malgun Gothic"/>
                <a:cs typeface="Malgun Gothic"/>
              </a:rPr>
              <a:t>노출</a:t>
            </a:r>
            <a:r>
              <a:rPr sz="960" b="1" dirty="0">
                <a:solidFill>
                  <a:srgbClr val="8A0000"/>
                </a:solidFill>
                <a:latin typeface="Malgun Gothic"/>
                <a:ea typeface="Malgun Gothic"/>
                <a:cs typeface="Malgun Gothic"/>
              </a:rPr>
              <a:t> →</a:t>
            </a:r>
          </a:p>
          <a:p>
            <a:pPr algn="l"/>
            <a:r>
              <a:rPr sz="960" b="1" dirty="0" err="1">
                <a:solidFill>
                  <a:srgbClr val="8A0000"/>
                </a:solidFill>
                <a:latin typeface="Malgun Gothic"/>
                <a:ea typeface="Malgun Gothic"/>
                <a:cs typeface="Malgun Gothic"/>
              </a:rPr>
              <a:t>같은</a:t>
            </a:r>
            <a:r>
              <a:rPr sz="960" b="1" dirty="0">
                <a:solidFill>
                  <a:srgbClr val="8A000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60" b="1" dirty="0" err="1">
                <a:solidFill>
                  <a:srgbClr val="8A0000"/>
                </a:solidFill>
                <a:latin typeface="Malgun Gothic"/>
                <a:ea typeface="Malgun Gothic"/>
                <a:cs typeface="Malgun Gothic"/>
              </a:rPr>
              <a:t>서브넷이면</a:t>
            </a:r>
            <a:r>
              <a:rPr sz="960" b="1" dirty="0">
                <a:solidFill>
                  <a:srgbClr val="8A0000"/>
                </a:solidFill>
                <a:latin typeface="Malgun Gothic"/>
                <a:ea typeface="Malgun Gothic"/>
                <a:cs typeface="Malgun Gothic"/>
              </a:rPr>
              <a:t> ARP </a:t>
            </a:r>
            <a:r>
              <a:rPr sz="960" b="1" dirty="0" err="1">
                <a:solidFill>
                  <a:srgbClr val="8A0000"/>
                </a:solidFill>
                <a:latin typeface="Malgun Gothic"/>
                <a:ea typeface="Malgun Gothic"/>
                <a:cs typeface="Malgun Gothic"/>
              </a:rPr>
              <a:t>충돌</a:t>
            </a:r>
            <a:r>
              <a:rPr sz="960" b="1" dirty="0">
                <a:solidFill>
                  <a:srgbClr val="8A0000"/>
                </a:solidFill>
                <a:latin typeface="Malgun Gothic"/>
                <a:ea typeface="Malgun Gothic"/>
                <a:cs typeface="Malgun Gothic"/>
              </a:rPr>
              <a:t> → </a:t>
            </a:r>
            <a:endParaRPr lang="en-US" sz="960" b="1" dirty="0">
              <a:solidFill>
                <a:srgbClr val="8A0000"/>
              </a:solidFill>
              <a:latin typeface="Malgun Gothic"/>
              <a:ea typeface="Malgun Gothic"/>
              <a:cs typeface="Malgun Gothic"/>
            </a:endParaRPr>
          </a:p>
          <a:p>
            <a:pPr algn="l"/>
            <a:r>
              <a:rPr sz="960" b="1" dirty="0">
                <a:solidFill>
                  <a:srgbClr val="8A0000"/>
                </a:solidFill>
                <a:latin typeface="Malgun Gothic"/>
                <a:ea typeface="Malgun Gothic"/>
                <a:cs typeface="Malgun Gothic"/>
              </a:rPr>
              <a:t>IP </a:t>
            </a:r>
            <a:r>
              <a:rPr sz="960" b="1" dirty="0" err="1">
                <a:solidFill>
                  <a:srgbClr val="8A0000"/>
                </a:solidFill>
                <a:latin typeface="Malgun Gothic"/>
                <a:ea typeface="Malgun Gothic"/>
                <a:cs typeface="Malgun Gothic"/>
              </a:rPr>
              <a:t>서브넷</a:t>
            </a:r>
            <a:r>
              <a:rPr sz="960" b="1" dirty="0">
                <a:solidFill>
                  <a:srgbClr val="8A000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60" b="1" dirty="0" err="1">
                <a:solidFill>
                  <a:srgbClr val="8A0000"/>
                </a:solidFill>
                <a:latin typeface="Malgun Gothic"/>
                <a:ea typeface="Malgun Gothic"/>
                <a:cs typeface="Malgun Gothic"/>
              </a:rPr>
              <a:t>분리</a:t>
            </a:r>
            <a:endParaRPr sz="960" b="1" dirty="0">
              <a:solidFill>
                <a:srgbClr val="8A0000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172200" y="4838699"/>
            <a:ext cx="2777836" cy="1752599"/>
          </a:xfrm>
          <a:prstGeom prst="roundRect">
            <a:avLst/>
          </a:prstGeom>
          <a:solidFill>
            <a:srgbClr val="FFF6F6"/>
          </a:solidFill>
          <a:ln w="2032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t"/>
          <a:lstStyle/>
          <a:p>
            <a:pPr algn="l"/>
            <a:r>
              <a:rPr sz="960" b="1" dirty="0">
                <a:solidFill>
                  <a:srgbClr val="8A0000"/>
                </a:solidFill>
                <a:latin typeface="Malgun Gothic"/>
                <a:ea typeface="Malgun Gothic"/>
                <a:cs typeface="Malgun Gothic"/>
              </a:rPr>
              <a:t>② wlan0 </a:t>
            </a:r>
            <a:r>
              <a:rPr sz="960" b="1" dirty="0" err="1">
                <a:solidFill>
                  <a:srgbClr val="8A0000"/>
                </a:solidFill>
                <a:latin typeface="Malgun Gothic"/>
                <a:ea typeface="Malgun Gothic"/>
                <a:cs typeface="Malgun Gothic"/>
              </a:rPr>
              <a:t>전용</a:t>
            </a:r>
            <a:r>
              <a:rPr sz="960" b="1" dirty="0">
                <a:solidFill>
                  <a:srgbClr val="8A0000"/>
                </a:solidFill>
                <a:latin typeface="Malgun Gothic"/>
                <a:ea typeface="Malgun Gothic"/>
                <a:cs typeface="Malgun Gothic"/>
              </a:rPr>
              <a:t> GW </a:t>
            </a:r>
            <a:r>
              <a:rPr sz="960" b="1" dirty="0" err="1">
                <a:solidFill>
                  <a:srgbClr val="8A0000"/>
                </a:solidFill>
                <a:latin typeface="Malgun Gothic"/>
                <a:ea typeface="Malgun Gothic"/>
                <a:cs typeface="Malgun Gothic"/>
              </a:rPr>
              <a:t>필요</a:t>
            </a:r>
            <a:endParaRPr sz="960" b="1" dirty="0">
              <a:solidFill>
                <a:srgbClr val="8A0000"/>
              </a:solidFill>
              <a:latin typeface="Malgun Gothic"/>
              <a:ea typeface="Malgun Gothic"/>
              <a:cs typeface="Malgun Gothic"/>
            </a:endParaRPr>
          </a:p>
          <a:p>
            <a:pPr algn="l"/>
            <a:endParaRPr sz="960" b="1" dirty="0">
              <a:solidFill>
                <a:srgbClr val="8A0000"/>
              </a:solidFill>
              <a:latin typeface="Malgun Gothic"/>
              <a:ea typeface="Malgun Gothic"/>
              <a:cs typeface="Malgun Gothic"/>
            </a:endParaRPr>
          </a:p>
          <a:p>
            <a:pPr algn="l"/>
            <a:r>
              <a:rPr sz="960" b="1" dirty="0" err="1">
                <a:solidFill>
                  <a:srgbClr val="8A0000"/>
                </a:solidFill>
                <a:latin typeface="Malgun Gothic"/>
                <a:ea typeface="Malgun Gothic"/>
                <a:cs typeface="Malgun Gothic"/>
              </a:rPr>
              <a:t>장치</a:t>
            </a:r>
            <a:r>
              <a:rPr sz="960" b="1" dirty="0">
                <a:solidFill>
                  <a:srgbClr val="8A000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60" b="1" dirty="0" err="1">
                <a:solidFill>
                  <a:srgbClr val="8A0000"/>
                </a:solidFill>
                <a:latin typeface="Malgun Gothic"/>
                <a:ea typeface="Malgun Gothic"/>
                <a:cs typeface="Malgun Gothic"/>
              </a:rPr>
              <a:t>자신</a:t>
            </a:r>
            <a:r>
              <a:rPr sz="960" b="1" dirty="0">
                <a:solidFill>
                  <a:srgbClr val="8A0000"/>
                </a:solidFill>
                <a:latin typeface="Malgun Gothic"/>
                <a:ea typeface="Malgun Gothic"/>
                <a:cs typeface="Malgun Gothic"/>
              </a:rPr>
              <a:t>(wlan0)의 cross-subnet(NTP·PC)</a:t>
            </a:r>
          </a:p>
          <a:p>
            <a:pPr algn="l"/>
            <a:r>
              <a:rPr sz="960" b="1" dirty="0" err="1">
                <a:solidFill>
                  <a:srgbClr val="8A0000"/>
                </a:solidFill>
                <a:latin typeface="Malgun Gothic"/>
                <a:ea typeface="Malgun Gothic"/>
                <a:cs typeface="Malgun Gothic"/>
              </a:rPr>
              <a:t>통신엔</a:t>
            </a:r>
            <a:r>
              <a:rPr sz="960" b="1" dirty="0">
                <a:solidFill>
                  <a:srgbClr val="8A0000"/>
                </a:solidFill>
                <a:latin typeface="Malgun Gothic"/>
                <a:ea typeface="Malgun Gothic"/>
                <a:cs typeface="Malgun Gothic"/>
              </a:rPr>
              <a:t> GW </a:t>
            </a:r>
            <a:r>
              <a:rPr sz="960" b="1" dirty="0" err="1">
                <a:solidFill>
                  <a:srgbClr val="8A0000"/>
                </a:solidFill>
                <a:latin typeface="Malgun Gothic"/>
                <a:ea typeface="Malgun Gothic"/>
                <a:cs typeface="Malgun Gothic"/>
              </a:rPr>
              <a:t>필요</a:t>
            </a:r>
            <a:r>
              <a:rPr sz="960" b="1" dirty="0">
                <a:solidFill>
                  <a:srgbClr val="8A0000"/>
                </a:solidFill>
                <a:latin typeface="Malgun Gothic"/>
                <a:ea typeface="Malgun Gothic"/>
                <a:cs typeface="Malgun Gothic"/>
              </a:rPr>
              <a:t> ("</a:t>
            </a:r>
            <a:r>
              <a:rPr sz="960" b="1" dirty="0" err="1">
                <a:solidFill>
                  <a:srgbClr val="8A0000"/>
                </a:solidFill>
                <a:latin typeface="Malgun Gothic"/>
                <a:ea typeface="Malgun Gothic"/>
                <a:cs typeface="Malgun Gothic"/>
              </a:rPr>
              <a:t>브릿지라</a:t>
            </a:r>
            <a:r>
              <a:rPr sz="960" b="1" dirty="0">
                <a:solidFill>
                  <a:srgbClr val="8A0000"/>
                </a:solidFill>
                <a:latin typeface="Malgun Gothic"/>
                <a:ea typeface="Malgun Gothic"/>
                <a:cs typeface="Malgun Gothic"/>
              </a:rPr>
              <a:t> GW </a:t>
            </a:r>
            <a:r>
              <a:rPr sz="960" b="1" dirty="0" err="1">
                <a:solidFill>
                  <a:srgbClr val="8A0000"/>
                </a:solidFill>
                <a:latin typeface="Malgun Gothic"/>
                <a:ea typeface="Malgun Gothic"/>
                <a:cs typeface="Malgun Gothic"/>
              </a:rPr>
              <a:t>불요</a:t>
            </a:r>
            <a:r>
              <a:rPr sz="960" b="1" dirty="0">
                <a:solidFill>
                  <a:srgbClr val="8A0000"/>
                </a:solidFill>
                <a:latin typeface="Malgun Gothic"/>
                <a:ea typeface="Malgun Gothic"/>
                <a:cs typeface="Malgun Gothic"/>
              </a:rPr>
              <a:t>" </a:t>
            </a:r>
            <a:r>
              <a:rPr sz="960" b="1" dirty="0" err="1">
                <a:solidFill>
                  <a:srgbClr val="8A0000"/>
                </a:solidFill>
                <a:latin typeface="Malgun Gothic"/>
                <a:ea typeface="Malgun Gothic"/>
                <a:cs typeface="Malgun Gothic"/>
              </a:rPr>
              <a:t>정정</a:t>
            </a:r>
            <a:r>
              <a:rPr sz="960" b="1" dirty="0">
                <a:solidFill>
                  <a:srgbClr val="8A0000"/>
                </a:solidFill>
                <a:latin typeface="Malgun Gothic"/>
                <a:ea typeface="Malgun Gothic"/>
                <a:cs typeface="Malgun Gothic"/>
              </a:rPr>
              <a:t>)</a:t>
            </a:r>
          </a:p>
          <a:p>
            <a:pPr algn="l"/>
            <a:r>
              <a:rPr sz="960" b="1" dirty="0">
                <a:solidFill>
                  <a:srgbClr val="8A0000"/>
                </a:solidFill>
                <a:latin typeface="Malgun Gothic"/>
                <a:ea typeface="Malgun Gothic"/>
                <a:cs typeface="Malgun Gothic"/>
              </a:rPr>
              <a:t>→ .129.254와 </a:t>
            </a:r>
            <a:r>
              <a:rPr sz="960" b="1" dirty="0" err="1">
                <a:solidFill>
                  <a:srgbClr val="8A0000"/>
                </a:solidFill>
                <a:latin typeface="Malgun Gothic"/>
                <a:ea typeface="Malgun Gothic"/>
                <a:cs typeface="Malgun Gothic"/>
              </a:rPr>
              <a:t>동일</a:t>
            </a:r>
            <a:r>
              <a:rPr sz="960" b="1" dirty="0">
                <a:solidFill>
                  <a:srgbClr val="8A000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60" b="1" dirty="0" err="1">
                <a:solidFill>
                  <a:srgbClr val="8A0000"/>
                </a:solidFill>
                <a:latin typeface="Malgun Gothic"/>
                <a:ea typeface="Malgun Gothic"/>
                <a:cs typeface="Malgun Gothic"/>
              </a:rPr>
              <a:t>세그먼트에</a:t>
            </a:r>
            <a:r>
              <a:rPr sz="960" b="1" dirty="0">
                <a:solidFill>
                  <a:srgbClr val="8A0000"/>
                </a:solidFill>
                <a:latin typeface="Malgun Gothic"/>
                <a:ea typeface="Malgun Gothic"/>
                <a:cs typeface="Malgun Gothic"/>
              </a:rPr>
              <a:t> secondary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07423" y="4838699"/>
            <a:ext cx="2844431" cy="1752599"/>
          </a:xfrm>
          <a:prstGeom prst="roundRect">
            <a:avLst/>
          </a:prstGeom>
          <a:solidFill>
            <a:srgbClr val="FFF6F6"/>
          </a:solidFill>
          <a:ln w="2032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t"/>
          <a:lstStyle/>
          <a:p>
            <a:pPr algn="l"/>
            <a:r>
              <a:rPr sz="960" b="1" dirty="0">
                <a:solidFill>
                  <a:srgbClr val="8A0000"/>
                </a:solidFill>
                <a:latin typeface="Malgun Gothic"/>
                <a:ea typeface="Malgun Gothic"/>
                <a:cs typeface="Malgun Gothic"/>
              </a:rPr>
              <a:t>③ wlan0 </a:t>
            </a:r>
            <a:r>
              <a:rPr sz="960" b="1" dirty="0" err="1">
                <a:solidFill>
                  <a:srgbClr val="8A0000"/>
                </a:solidFill>
                <a:latin typeface="Malgun Gothic"/>
                <a:ea typeface="Malgun Gothic"/>
                <a:cs typeface="Malgun Gothic"/>
              </a:rPr>
              <a:t>서브넷</a:t>
            </a:r>
            <a:r>
              <a:rPr sz="960" b="1" dirty="0">
                <a:solidFill>
                  <a:srgbClr val="8A000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60" b="1" dirty="0" err="1">
                <a:solidFill>
                  <a:srgbClr val="8A0000"/>
                </a:solidFill>
                <a:latin typeface="Malgun Gothic"/>
                <a:ea typeface="Malgun Gothic"/>
                <a:cs typeface="Malgun Gothic"/>
              </a:rPr>
              <a:t>라우팅</a:t>
            </a:r>
            <a:r>
              <a:rPr sz="960" b="1" dirty="0">
                <a:solidFill>
                  <a:srgbClr val="8A000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60" b="1" dirty="0" err="1">
                <a:solidFill>
                  <a:srgbClr val="8A0000"/>
                </a:solidFill>
                <a:latin typeface="Malgun Gothic"/>
                <a:ea typeface="Malgun Gothic"/>
                <a:cs typeface="Malgun Gothic"/>
              </a:rPr>
              <a:t>등록</a:t>
            </a:r>
            <a:endParaRPr sz="960" b="1" dirty="0">
              <a:solidFill>
                <a:srgbClr val="8A0000"/>
              </a:solidFill>
              <a:latin typeface="Malgun Gothic"/>
              <a:ea typeface="Malgun Gothic"/>
              <a:cs typeface="Malgun Gothic"/>
            </a:endParaRPr>
          </a:p>
          <a:p>
            <a:pPr algn="l"/>
            <a:endParaRPr sz="960" b="1" dirty="0">
              <a:solidFill>
                <a:srgbClr val="8A0000"/>
              </a:solidFill>
              <a:latin typeface="Malgun Gothic"/>
              <a:ea typeface="Malgun Gothic"/>
              <a:cs typeface="Malgun Gothic"/>
            </a:endParaRPr>
          </a:p>
          <a:p>
            <a:pPr algn="l"/>
            <a:r>
              <a:rPr sz="960" b="1" dirty="0">
                <a:solidFill>
                  <a:srgbClr val="8A0000"/>
                </a:solidFill>
                <a:latin typeface="Malgun Gothic"/>
                <a:ea typeface="Malgun Gothic"/>
                <a:cs typeface="Malgun Gothic"/>
              </a:rPr>
              <a:t>PC→STA(wlan0) </a:t>
            </a:r>
            <a:r>
              <a:rPr sz="960" b="1" dirty="0" err="1">
                <a:solidFill>
                  <a:srgbClr val="8A0000"/>
                </a:solidFill>
                <a:latin typeface="Malgun Gothic"/>
                <a:ea typeface="Malgun Gothic"/>
                <a:cs typeface="Malgun Gothic"/>
              </a:rPr>
              <a:t>무선</a:t>
            </a:r>
            <a:r>
              <a:rPr sz="960" b="1" dirty="0">
                <a:solidFill>
                  <a:srgbClr val="8A000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60" b="1" dirty="0" err="1">
                <a:solidFill>
                  <a:srgbClr val="8A0000"/>
                </a:solidFill>
                <a:latin typeface="Malgun Gothic"/>
                <a:ea typeface="Malgun Gothic"/>
                <a:cs typeface="Malgun Gothic"/>
              </a:rPr>
              <a:t>직접</a:t>
            </a:r>
            <a:r>
              <a:rPr sz="960" b="1" dirty="0">
                <a:solidFill>
                  <a:srgbClr val="8A000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60" b="1" dirty="0" err="1">
                <a:solidFill>
                  <a:srgbClr val="8A0000"/>
                </a:solidFill>
                <a:latin typeface="Malgun Gothic"/>
                <a:ea typeface="Malgun Gothic"/>
                <a:cs typeface="Malgun Gothic"/>
              </a:rPr>
              <a:t>접근은</a:t>
            </a:r>
            <a:r>
              <a:rPr sz="960" b="1" dirty="0">
                <a:solidFill>
                  <a:srgbClr val="8A000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60" b="1" dirty="0" err="1">
                <a:solidFill>
                  <a:srgbClr val="8A0000"/>
                </a:solidFill>
                <a:latin typeface="Malgun Gothic"/>
                <a:ea typeface="Malgun Gothic"/>
                <a:cs typeface="Malgun Gothic"/>
              </a:rPr>
              <a:t>구조상</a:t>
            </a:r>
            <a:endParaRPr sz="960" b="1" dirty="0">
              <a:solidFill>
                <a:srgbClr val="8A0000"/>
              </a:solidFill>
              <a:latin typeface="Malgun Gothic"/>
              <a:ea typeface="Malgun Gothic"/>
              <a:cs typeface="Malgun Gothic"/>
            </a:endParaRPr>
          </a:p>
          <a:p>
            <a:pPr algn="l"/>
            <a:r>
              <a:rPr sz="960" b="1" dirty="0" err="1">
                <a:solidFill>
                  <a:srgbClr val="8A0000"/>
                </a:solidFill>
                <a:latin typeface="Malgun Gothic"/>
                <a:ea typeface="Malgun Gothic"/>
                <a:cs typeface="Malgun Gothic"/>
              </a:rPr>
              <a:t>별도</a:t>
            </a:r>
            <a:r>
              <a:rPr sz="960" b="1" dirty="0">
                <a:solidFill>
                  <a:srgbClr val="8A000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60" b="1" dirty="0" err="1">
                <a:solidFill>
                  <a:srgbClr val="8A0000"/>
                </a:solidFill>
                <a:latin typeface="Malgun Gothic"/>
                <a:ea typeface="Malgun Gothic"/>
                <a:cs typeface="Malgun Gothic"/>
              </a:rPr>
              <a:t>관리</a:t>
            </a:r>
            <a:r>
              <a:rPr sz="960" b="1" dirty="0">
                <a:solidFill>
                  <a:srgbClr val="8A0000"/>
                </a:solidFill>
                <a:latin typeface="Malgun Gothic"/>
                <a:ea typeface="Malgun Gothic"/>
                <a:cs typeface="Malgun Gothic"/>
              </a:rPr>
              <a:t> IP + </a:t>
            </a:r>
            <a:r>
              <a:rPr sz="960" b="1" dirty="0" err="1">
                <a:solidFill>
                  <a:srgbClr val="8A0000"/>
                </a:solidFill>
                <a:latin typeface="Malgun Gothic"/>
                <a:ea typeface="Malgun Gothic"/>
                <a:cs typeface="Malgun Gothic"/>
              </a:rPr>
              <a:t>코어망</a:t>
            </a:r>
            <a:r>
              <a:rPr sz="960" b="1" dirty="0">
                <a:solidFill>
                  <a:srgbClr val="8A000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60" b="1" dirty="0" err="1">
                <a:solidFill>
                  <a:srgbClr val="8A0000"/>
                </a:solidFill>
                <a:latin typeface="Malgun Gothic"/>
                <a:ea typeface="Malgun Gothic"/>
                <a:cs typeface="Malgun Gothic"/>
              </a:rPr>
              <a:t>경로</a:t>
            </a:r>
            <a:r>
              <a:rPr sz="960" b="1" dirty="0">
                <a:solidFill>
                  <a:srgbClr val="8A0000"/>
                </a:solidFill>
                <a:latin typeface="Malgun Gothic"/>
                <a:ea typeface="Malgun Gothic"/>
                <a:cs typeface="Malgun Gothic"/>
              </a:rPr>
              <a:t>(return route)</a:t>
            </a:r>
            <a:r>
              <a:rPr sz="960" b="1" dirty="0" err="1">
                <a:solidFill>
                  <a:srgbClr val="8A0000"/>
                </a:solidFill>
                <a:latin typeface="Malgun Gothic"/>
                <a:ea typeface="Malgun Gothic"/>
                <a:cs typeface="Malgun Gothic"/>
              </a:rPr>
              <a:t>필요</a:t>
            </a:r>
            <a:r>
              <a:rPr sz="960" b="1" dirty="0">
                <a:solidFill>
                  <a:srgbClr val="8A0000"/>
                </a:solidFill>
                <a:latin typeface="Malgun Gothic"/>
                <a:ea typeface="Malgun Gothic"/>
                <a:cs typeface="Malgun Gothic"/>
              </a:rPr>
              <a:t> → </a:t>
            </a:r>
            <a:r>
              <a:rPr sz="960" b="1" dirty="0" err="1">
                <a:solidFill>
                  <a:srgbClr val="8A0000"/>
                </a:solidFill>
                <a:latin typeface="Malgun Gothic"/>
                <a:ea typeface="Malgun Gothic"/>
                <a:cs typeface="Malgun Gothic"/>
              </a:rPr>
              <a:t>양방향</a:t>
            </a:r>
            <a:r>
              <a:rPr sz="960" b="1" dirty="0">
                <a:solidFill>
                  <a:srgbClr val="8A000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60" b="1" dirty="0" err="1">
                <a:solidFill>
                  <a:srgbClr val="8A0000"/>
                </a:solidFill>
                <a:latin typeface="Malgun Gothic"/>
                <a:ea typeface="Malgun Gothic"/>
                <a:cs typeface="Malgun Gothic"/>
              </a:rPr>
              <a:t>도달</a:t>
            </a:r>
            <a:r>
              <a:rPr sz="960" b="1" dirty="0">
                <a:solidFill>
                  <a:srgbClr val="8A000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60" b="1" dirty="0" err="1">
                <a:solidFill>
                  <a:srgbClr val="8A0000"/>
                </a:solidFill>
                <a:latin typeface="Malgun Gothic"/>
                <a:ea typeface="Malgun Gothic"/>
                <a:cs typeface="Malgun Gothic"/>
              </a:rPr>
              <a:t>성립</a:t>
            </a:r>
            <a:endParaRPr sz="960" b="1" dirty="0">
              <a:solidFill>
                <a:srgbClr val="8A0000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01752" y="4838699"/>
            <a:ext cx="2706624" cy="1752599"/>
          </a:xfrm>
          <a:prstGeom prst="roundRect">
            <a:avLst/>
          </a:prstGeom>
          <a:solidFill>
            <a:srgbClr val="EAF2FB"/>
          </a:solidFill>
          <a:ln w="2286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t"/>
          <a:lstStyle/>
          <a:p>
            <a:pPr algn="l"/>
            <a:r>
              <a:rPr sz="960" b="1" dirty="0">
                <a:solidFill>
                  <a:srgbClr val="1F4E79"/>
                </a:solidFill>
                <a:latin typeface="Malgun Gothic"/>
                <a:ea typeface="Malgun Gothic"/>
                <a:cs typeface="Malgun Gothic"/>
              </a:rPr>
              <a:t>OPC Board GW </a:t>
            </a:r>
            <a:r>
              <a:rPr lang="ko-KR" altLang="en-US" sz="960" b="1" dirty="0">
                <a:solidFill>
                  <a:srgbClr val="1F4E79"/>
                </a:solidFill>
                <a:latin typeface="Malgun Gothic"/>
                <a:ea typeface="Malgun Gothic"/>
                <a:cs typeface="Malgun Gothic"/>
              </a:rPr>
              <a:t>설정</a:t>
            </a:r>
            <a:endParaRPr lang="en-US" sz="960" b="1" dirty="0">
              <a:solidFill>
                <a:srgbClr val="1F4E79"/>
              </a:solidFill>
              <a:latin typeface="Malgun Gothic"/>
              <a:ea typeface="Malgun Gothic"/>
              <a:cs typeface="Malgun Gothic"/>
            </a:endParaRPr>
          </a:p>
          <a:p>
            <a:pPr algn="l"/>
            <a:endParaRPr sz="960" b="1" dirty="0">
              <a:solidFill>
                <a:srgbClr val="1F4E79"/>
              </a:solidFill>
              <a:latin typeface="Malgun Gothic"/>
              <a:ea typeface="Malgun Gothic"/>
              <a:cs typeface="Malgun Gothic"/>
            </a:endParaRPr>
          </a:p>
          <a:p>
            <a:pPr algn="l"/>
            <a:r>
              <a:rPr sz="960" b="1" dirty="0">
                <a:solidFill>
                  <a:srgbClr val="1F4E79"/>
                </a:solidFill>
                <a:latin typeface="Malgun Gothic"/>
                <a:ea typeface="Malgun Gothic"/>
                <a:cs typeface="Malgun Gothic"/>
              </a:rPr>
              <a:t>172.22.131.x  (/17)</a:t>
            </a:r>
          </a:p>
          <a:p>
            <a:pPr algn="l"/>
            <a:r>
              <a:rPr sz="960" b="1" dirty="0">
                <a:solidFill>
                  <a:srgbClr val="1F4E79"/>
                </a:solidFill>
                <a:latin typeface="Malgun Gothic"/>
                <a:ea typeface="Malgun Gothic"/>
                <a:cs typeface="Malgun Gothic"/>
              </a:rPr>
              <a:t>GW 172.22.129.254</a:t>
            </a:r>
          </a:p>
          <a:p>
            <a:pPr algn="l"/>
            <a:r>
              <a:rPr sz="960" b="1" dirty="0">
                <a:solidFill>
                  <a:srgbClr val="1F4E79"/>
                </a:solidFill>
                <a:latin typeface="Malgun Gothic"/>
                <a:ea typeface="Malgun Gothic"/>
                <a:cs typeface="Malgun Gothic"/>
              </a:rPr>
              <a:t>→ MCP 172.22.1.10 </a:t>
            </a:r>
            <a:r>
              <a:rPr sz="960" b="1" dirty="0" err="1">
                <a:solidFill>
                  <a:srgbClr val="1F4E79"/>
                </a:solidFill>
                <a:latin typeface="Malgun Gothic"/>
                <a:ea typeface="Malgun Gothic"/>
                <a:cs typeface="Malgun Gothic"/>
              </a:rPr>
              <a:t>반송제어</a:t>
            </a:r>
            <a:endParaRPr sz="960" b="1" dirty="0">
              <a:solidFill>
                <a:srgbClr val="1F4E79"/>
              </a:solidFill>
              <a:latin typeface="Malgun Gothic"/>
              <a:ea typeface="Malgun Gothic"/>
              <a:cs typeface="Malgun Gothic"/>
            </a:endParaRPr>
          </a:p>
          <a:p>
            <a:pPr algn="l"/>
            <a:r>
              <a:rPr sz="960" b="1" dirty="0">
                <a:solidFill>
                  <a:srgbClr val="1F4E79"/>
                </a:solidFill>
                <a:latin typeface="Malgun Gothic"/>
                <a:ea typeface="Malgun Gothic"/>
                <a:cs typeface="Malgun Gothic"/>
              </a:rPr>
              <a:t>(</a:t>
            </a:r>
            <a:r>
              <a:rPr sz="960" b="1" dirty="0" err="1">
                <a:solidFill>
                  <a:srgbClr val="1F4E79"/>
                </a:solidFill>
                <a:latin typeface="Malgun Gothic"/>
                <a:ea typeface="Malgun Gothic"/>
                <a:cs typeface="Malgun Gothic"/>
              </a:rPr>
              <a:t>기존</a:t>
            </a:r>
            <a:r>
              <a:rPr sz="960" b="1" dirty="0">
                <a:solidFill>
                  <a:srgbClr val="1F4E79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60" b="1" dirty="0" err="1">
                <a:solidFill>
                  <a:srgbClr val="1F4E79"/>
                </a:solidFill>
                <a:latin typeface="Malgun Gothic"/>
                <a:ea typeface="Malgun Gothic"/>
                <a:cs typeface="Malgun Gothic"/>
              </a:rPr>
              <a:t>설정</a:t>
            </a:r>
            <a:r>
              <a:rPr sz="960" b="1" dirty="0">
                <a:solidFill>
                  <a:srgbClr val="1F4E79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60" b="1" dirty="0" err="1">
                <a:solidFill>
                  <a:srgbClr val="1F4E79"/>
                </a:solidFill>
                <a:latin typeface="Malgun Gothic"/>
                <a:ea typeface="Malgun Gothic"/>
                <a:cs typeface="Malgun Gothic"/>
              </a:rPr>
              <a:t>그대로</a:t>
            </a:r>
            <a:r>
              <a:rPr lang="en-US" sz="960" b="1" dirty="0">
                <a:solidFill>
                  <a:srgbClr val="1F4E79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lang="ko-KR" altLang="en-US" sz="960" b="1" dirty="0">
                <a:solidFill>
                  <a:srgbClr val="1F4E79"/>
                </a:solidFill>
                <a:latin typeface="Malgun Gothic"/>
                <a:ea typeface="Malgun Gothic"/>
                <a:cs typeface="Malgun Gothic"/>
              </a:rPr>
              <a:t>사용</a:t>
            </a:r>
            <a:r>
              <a:rPr sz="960" b="1" dirty="0">
                <a:solidFill>
                  <a:srgbClr val="1F4E79"/>
                </a:solidFill>
                <a:latin typeface="Malgun Gothic"/>
                <a:ea typeface="Malgun Gothic"/>
                <a:cs typeface="Malgun Gothic"/>
              </a:rPr>
              <a:t>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" y="6601968"/>
            <a:ext cx="11841480" cy="24688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74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※ relayd = mlan0 자기 MAC 1개 등록 + IP별 L3 forward·Proxy ARP (서브넷 유지, pseudo-bridge)   /   당사 = OPC MAC 클론으로 L2 직접 연장 (Proxy ARP 불요)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52396" y="1569472"/>
            <a:ext cx="6857829" cy="3741437"/>
          </a:xfrm>
          <a:prstGeom prst="roundRect">
            <a:avLst/>
          </a:prstGeom>
          <a:noFill/>
          <a:ln w="16510">
            <a:solidFill>
              <a:srgbClr val="8080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092155" y="1569472"/>
            <a:ext cx="2933626" cy="2313940"/>
          </a:xfrm>
          <a:prstGeom prst="roundRect">
            <a:avLst/>
          </a:prstGeom>
          <a:noFill/>
          <a:ln w="16510">
            <a:solidFill>
              <a:srgbClr val="8080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124521" y="3948546"/>
            <a:ext cx="1562060" cy="1362363"/>
          </a:xfrm>
          <a:prstGeom prst="roundRect">
            <a:avLst/>
          </a:prstGeom>
          <a:noFill/>
          <a:ln w="16510">
            <a:solidFill>
              <a:srgbClr val="8080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523961" y="167640"/>
            <a:ext cx="9143771" cy="4572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7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운용 네트워크 토폴로지 — 무선기판(wlan0) 전용 서브넷·GW 반영 (당사 요청안)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05407" y="561108"/>
            <a:ext cx="4267093" cy="3048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300" b="1" dirty="0">
                <a:solidFill>
                  <a:srgbClr val="1F4E79"/>
                </a:solidFill>
                <a:latin typeface="Malgun Gothic"/>
                <a:ea typeface="Malgun Gothic"/>
                <a:cs typeface="Malgun Gothic"/>
              </a:rPr>
              <a:t>Client / STA side</a:t>
            </a:r>
          </a:p>
        </p:txBody>
      </p:sp>
      <p:cxnSp>
        <p:nvCxnSpPr>
          <p:cNvPr id="7" name="Connector 6"/>
          <p:cNvCxnSpPr>
            <a:cxnSpLocks/>
          </p:cNvCxnSpPr>
          <p:nvPr/>
        </p:nvCxnSpPr>
        <p:spPr>
          <a:xfrm>
            <a:off x="457188" y="876300"/>
            <a:ext cx="6553037" cy="0"/>
          </a:xfrm>
          <a:prstGeom prst="line">
            <a:avLst/>
          </a:prstGeom>
          <a:ln w="38100">
            <a:solidFill>
              <a:srgbClr val="1F4E7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124521" y="532815"/>
            <a:ext cx="2743131" cy="3048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300" b="1" dirty="0">
                <a:solidFill>
                  <a:srgbClr val="C55A11"/>
                </a:solidFill>
                <a:latin typeface="Malgun Gothic"/>
                <a:ea typeface="Malgun Gothic"/>
                <a:cs typeface="Malgun Gothic"/>
              </a:rPr>
              <a:t>Network services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171829" y="876300"/>
            <a:ext cx="2743131" cy="0"/>
          </a:xfrm>
          <a:prstGeom prst="line">
            <a:avLst/>
          </a:prstGeom>
          <a:ln w="38100">
            <a:solidFill>
              <a:srgbClr val="C55A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787798" y="1011129"/>
            <a:ext cx="5333866" cy="40626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r>
              <a:rPr sz="1200" b="1" dirty="0" err="1">
                <a:solidFill>
                  <a:srgbClr val="D00000"/>
                </a:solidFill>
                <a:latin typeface="Malgun Gothic"/>
                <a:ea typeface="Malgun Gothic"/>
              </a:rPr>
              <a:t>반송제어: MCP ↔ OPC Board 를 위한 OPC GW 유지·확인 필요</a:t>
            </a:r>
            <a:endParaRPr lang="en-US" sz="1200" b="1" dirty="0">
              <a:solidFill>
                <a:srgbClr val="D00000"/>
              </a:solidFill>
              <a:latin typeface="Malgun Gothic"/>
              <a:ea typeface="Malgun Gothic"/>
            </a:endParaRPr>
          </a:p>
          <a:p>
            <a:r>
              <a:rPr sz="1200" b="1" dirty="0">
                <a:solidFill>
                  <a:srgbClr val="D00000"/>
                </a:solidFill>
                <a:latin typeface="Malgun Gothic"/>
                <a:ea typeface="Malgun Gothic"/>
              </a:rPr>
              <a:t>PC → STA(wlan0) Access </a:t>
            </a:r>
            <a:r>
              <a:rPr lang="ko-KR" altLang="en-US" sz="1200" b="1" dirty="0">
                <a:solidFill>
                  <a:srgbClr val="D00000"/>
                </a:solidFill>
                <a:latin typeface="Malgun Gothic"/>
                <a:ea typeface="Malgun Gothic"/>
              </a:rPr>
              <a:t>를 위한</a:t>
            </a:r>
            <a:r>
              <a:rPr lang="en-US" sz="1200" b="1" dirty="0">
                <a:solidFill>
                  <a:srgbClr val="D00000"/>
                </a:solidFill>
                <a:latin typeface="Malgun Gothic"/>
                <a:ea typeface="Malgun Gothic"/>
              </a:rPr>
              <a:t> </a:t>
            </a:r>
            <a:r>
              <a:rPr lang="ko-KR" altLang="en-US" sz="1200" b="1" dirty="0" err="1">
                <a:solidFill>
                  <a:srgbClr val="D00000"/>
                </a:solidFill>
                <a:latin typeface="Malgun Gothic"/>
                <a:ea typeface="Malgun Gothic"/>
                <a:cs typeface="Malgun Gothic"/>
              </a:rPr>
              <a:t>서브넷</a:t>
            </a:r>
            <a:r>
              <a:rPr lang="ko-KR" altLang="en-US" sz="1200" b="1" dirty="0">
                <a:solidFill>
                  <a:srgbClr val="D00000"/>
                </a:solidFill>
                <a:latin typeface="Malgun Gothic"/>
                <a:ea typeface="Malgun Gothic"/>
                <a:cs typeface="Malgun Gothic"/>
              </a:rPr>
              <a:t> 라우팅 등록 필요</a:t>
            </a:r>
            <a:endParaRPr sz="1150" b="0" dirty="0">
              <a:solidFill>
                <a:srgbClr val="444444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190494" y="3733800"/>
            <a:ext cx="1409665" cy="876299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050" b="1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OPC Board</a:t>
            </a:r>
          </a:p>
          <a:p>
            <a:pPr algn="ctr"/>
            <a:r>
              <a:rPr sz="1050" b="1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172.22.131.x</a:t>
            </a:r>
          </a:p>
          <a:p>
            <a:pPr algn="ctr"/>
            <a:r>
              <a:rPr sz="1050" b="1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GW 172.22.129.254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14537" y="3429000"/>
            <a:ext cx="2705032" cy="1485900"/>
          </a:xfrm>
          <a:prstGeom prst="roundRect">
            <a:avLst/>
          </a:prstGeom>
          <a:solidFill>
            <a:srgbClr val="DCEBFB"/>
          </a:solidFill>
          <a:ln w="2286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514537" y="3489960"/>
            <a:ext cx="2705032" cy="3048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100" b="1">
                <a:solidFill>
                  <a:srgbClr val="1F4E79"/>
                </a:solidFill>
                <a:latin typeface="Malgun Gothic"/>
                <a:ea typeface="Malgun Gothic"/>
                <a:cs typeface="Malgun Gothic"/>
              </a:rPr>
              <a:t>STA  (무선기판)  ·  OPC MAC 클론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66933" y="4130040"/>
            <a:ext cx="1104872" cy="640080"/>
          </a:xfrm>
          <a:prstGeom prst="roundRect">
            <a:avLst/>
          </a:prstGeom>
          <a:solidFill>
            <a:srgbClr val="1F3864"/>
          </a:solidFill>
          <a:ln w="30480">
            <a:solidFill>
              <a:srgbClr val="7A5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19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eth0</a:t>
            </a:r>
          </a:p>
          <a:p>
            <a:pPr algn="ctr"/>
            <a:r>
              <a:rPr sz="819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172.22.186.1/17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76598" y="4145280"/>
            <a:ext cx="952476" cy="594360"/>
          </a:xfrm>
          <a:prstGeom prst="roundRect">
            <a:avLst/>
          </a:prstGeom>
          <a:solidFill>
            <a:srgbClr val="1F3864"/>
          </a:solidFill>
          <a:ln w="33020">
            <a:solidFill>
              <a:srgbClr val="D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wlan0</a:t>
            </a:r>
          </a:p>
        </p:txBody>
      </p:sp>
      <p:cxnSp>
        <p:nvCxnSpPr>
          <p:cNvPr id="17" name="Connector 16"/>
          <p:cNvCxnSpPr>
            <a:cxnSpLocks/>
          </p:cNvCxnSpPr>
          <p:nvPr/>
        </p:nvCxnSpPr>
        <p:spPr>
          <a:xfrm>
            <a:off x="5257668" y="4340803"/>
            <a:ext cx="495288" cy="2597"/>
          </a:xfrm>
          <a:prstGeom prst="line">
            <a:avLst/>
          </a:prstGeom>
          <a:ln w="33020">
            <a:solidFill>
              <a:srgbClr val="ED7D31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075749" y="3906518"/>
            <a:ext cx="685782" cy="2667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00" b="1" dirty="0">
                <a:solidFill>
                  <a:srgbClr val="ED7D31"/>
                </a:solidFill>
                <a:latin typeface="Malgun Gothic"/>
                <a:ea typeface="Malgun Gothic"/>
                <a:cs typeface="Malgun Gothic"/>
              </a:rPr>
              <a:t>Wi-Fi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93913" y="3999344"/>
            <a:ext cx="1240113" cy="723900"/>
          </a:xfrm>
          <a:prstGeom prst="roundRect">
            <a:avLst/>
          </a:prstGeom>
          <a:solidFill>
            <a:srgbClr val="FCE4C8"/>
          </a:solidFill>
          <a:ln w="2032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0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AP</a:t>
            </a:r>
          </a:p>
          <a:p>
            <a:pPr algn="ctr"/>
            <a:r>
              <a:rPr sz="10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172.22.129.1~200</a:t>
            </a:r>
          </a:p>
        </p:txBody>
      </p:sp>
      <p:cxnSp>
        <p:nvCxnSpPr>
          <p:cNvPr id="20" name="Connector 19"/>
          <p:cNvCxnSpPr>
            <a:cxnSpLocks/>
          </p:cNvCxnSpPr>
          <p:nvPr/>
        </p:nvCxnSpPr>
        <p:spPr>
          <a:xfrm flipV="1">
            <a:off x="6934026" y="4352062"/>
            <a:ext cx="251431" cy="3810"/>
          </a:xfrm>
          <a:prstGeom prst="line">
            <a:avLst/>
          </a:prstGeom>
          <a:ln/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185457" y="4017822"/>
            <a:ext cx="1181070" cy="723900"/>
          </a:xfrm>
          <a:prstGeom prst="roundRect">
            <a:avLst/>
          </a:prstGeom>
          <a:solidFill>
            <a:srgbClr val="D6F0DD"/>
          </a:solidFill>
          <a:ln w="20320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5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AP-HUB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71822" y="4845844"/>
            <a:ext cx="1523961" cy="42011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30" b="0" dirty="0">
                <a:solidFill>
                  <a:srgbClr val="444444"/>
                </a:solidFill>
                <a:latin typeface="Malgun Gothic"/>
                <a:ea typeface="Malgun Gothic"/>
                <a:cs typeface="Malgun Gothic"/>
              </a:rPr>
              <a:t>Net 172.22.96.0</a:t>
            </a:r>
          </a:p>
          <a:p>
            <a:pPr algn="l"/>
            <a:r>
              <a:rPr sz="830" b="0" dirty="0">
                <a:solidFill>
                  <a:srgbClr val="444444"/>
                </a:solidFill>
                <a:latin typeface="Malgun Gothic"/>
                <a:ea typeface="Malgun Gothic"/>
                <a:cs typeface="Malgun Gothic"/>
              </a:rPr>
              <a:t>Mask 255.255.240.0 (/20)</a:t>
            </a:r>
          </a:p>
          <a:p>
            <a:pPr algn="l"/>
            <a:r>
              <a:rPr sz="830" b="0" dirty="0">
                <a:solidFill>
                  <a:srgbClr val="444444"/>
                </a:solidFill>
                <a:latin typeface="Malgun Gothic"/>
                <a:ea typeface="Malgun Gothic"/>
                <a:cs typeface="Malgun Gothic"/>
              </a:rPr>
              <a:t>GW 172.22.97.254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19148" y="3000664"/>
            <a:ext cx="1104872" cy="761999"/>
          </a:xfrm>
          <a:prstGeom prst="roundRect">
            <a:avLst/>
          </a:prstGeom>
          <a:solidFill>
            <a:srgbClr val="CDEEF3"/>
          </a:solidFill>
          <a:ln w="20320">
            <a:solidFill>
              <a:srgbClr val="23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05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CORHUB</a:t>
            </a:r>
          </a:p>
          <a:p>
            <a:pPr algn="ctr"/>
            <a:r>
              <a:rPr sz="105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172.22.1.252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19148" y="2190176"/>
            <a:ext cx="1104872" cy="647699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000" b="1">
                <a:solidFill>
                  <a:srgbClr val="C00000"/>
                </a:solidFill>
                <a:latin typeface="Malgun Gothic"/>
                <a:ea typeface="Malgun Gothic"/>
                <a:cs typeface="Malgun Gothic"/>
              </a:rPr>
              <a:t>MCP</a:t>
            </a:r>
          </a:p>
          <a:p>
            <a:pPr algn="ctr"/>
            <a:r>
              <a:rPr sz="1000" b="1">
                <a:solidFill>
                  <a:srgbClr val="C00000"/>
                </a:solidFill>
                <a:latin typeface="Malgun Gothic"/>
                <a:ea typeface="Malgun Gothic"/>
                <a:cs typeface="Malgun Gothic"/>
              </a:rPr>
              <a:t>172.22.1.10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476417" y="2162464"/>
            <a:ext cx="1181070" cy="647699"/>
          </a:xfrm>
          <a:prstGeom prst="roundRect">
            <a:avLst/>
          </a:prstGeom>
          <a:solidFill>
            <a:srgbClr val="EADCF6"/>
          </a:solidFill>
          <a:ln w="20320">
            <a:solidFill>
              <a:srgbClr val="7B53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0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NTP</a:t>
            </a:r>
          </a:p>
          <a:p>
            <a:pPr algn="ctr"/>
            <a:r>
              <a:rPr sz="10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172.22.2.1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476417" y="3076864"/>
            <a:ext cx="1181070" cy="647699"/>
          </a:xfrm>
          <a:prstGeom prst="roundRect">
            <a:avLst/>
          </a:prstGeom>
          <a:solidFill>
            <a:srgbClr val="EADCF6"/>
          </a:solidFill>
          <a:ln w="20320">
            <a:solidFill>
              <a:srgbClr val="7B53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000" b="1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PC</a:t>
            </a:r>
          </a:p>
          <a:p>
            <a:pPr algn="ctr"/>
            <a:r>
              <a:rPr sz="1000" b="1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172.22.1.151</a:t>
            </a:r>
          </a:p>
        </p:txBody>
      </p:sp>
      <p:cxnSp>
        <p:nvCxnSpPr>
          <p:cNvPr id="27" name="Connector 26"/>
          <p:cNvCxnSpPr>
            <a:cxnSpLocks/>
            <a:stCxn id="21" idx="0"/>
            <a:endCxn id="23" idx="2"/>
          </p:cNvCxnSpPr>
          <p:nvPr/>
        </p:nvCxnSpPr>
        <p:spPr>
          <a:xfrm flipH="1" flipV="1">
            <a:off x="7771584" y="3762663"/>
            <a:ext cx="4408" cy="255159"/>
          </a:xfrm>
          <a:prstGeom prst="line">
            <a:avLst/>
          </a:prstGeom>
          <a:ln w="30480">
            <a:solidFill>
              <a:srgbClr val="2E9E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7767775" y="2810164"/>
            <a:ext cx="0" cy="190500"/>
          </a:xfrm>
          <a:prstGeom prst="line">
            <a:avLst/>
          </a:prstGeom>
          <a:ln w="25400">
            <a:solidFill>
              <a:srgbClr val="23A3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8324021" y="2619664"/>
            <a:ext cx="152396" cy="609600"/>
          </a:xfrm>
          <a:prstGeom prst="line">
            <a:avLst/>
          </a:prstGeom>
          <a:ln w="25400">
            <a:solidFill>
              <a:srgbClr val="23A3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324021" y="3549074"/>
            <a:ext cx="152396" cy="0"/>
          </a:xfrm>
          <a:prstGeom prst="line">
            <a:avLst/>
          </a:prstGeom>
          <a:ln w="25400">
            <a:solidFill>
              <a:srgbClr val="23A3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7357305" y="1687020"/>
            <a:ext cx="2253887" cy="42011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30" b="0" dirty="0">
                <a:solidFill>
                  <a:srgbClr val="444444"/>
                </a:solidFill>
                <a:latin typeface="Malgun Gothic"/>
                <a:ea typeface="Malgun Gothic"/>
                <a:cs typeface="Malgun Gothic"/>
              </a:rPr>
              <a:t>Net 172.22.0.0</a:t>
            </a:r>
            <a:endParaRPr lang="en-US" sz="830" b="0" dirty="0">
              <a:solidFill>
                <a:srgbClr val="444444"/>
              </a:solidFill>
              <a:latin typeface="Malgun Gothic"/>
              <a:ea typeface="Malgun Gothic"/>
              <a:cs typeface="Malgun Gothic"/>
            </a:endParaRPr>
          </a:p>
          <a:p>
            <a:pPr algn="l"/>
            <a:r>
              <a:rPr sz="830" b="0" dirty="0">
                <a:solidFill>
                  <a:srgbClr val="444444"/>
                </a:solidFill>
                <a:latin typeface="Malgun Gothic"/>
                <a:ea typeface="Malgun Gothic"/>
                <a:cs typeface="Malgun Gothic"/>
              </a:rPr>
              <a:t>Mask 255.255.252.0(/22)</a:t>
            </a:r>
            <a:endParaRPr lang="en-US" sz="830" b="0" dirty="0">
              <a:solidFill>
                <a:srgbClr val="444444"/>
              </a:solidFill>
              <a:latin typeface="Malgun Gothic"/>
              <a:ea typeface="Malgun Gothic"/>
              <a:cs typeface="Malgun Gothic"/>
            </a:endParaRPr>
          </a:p>
          <a:p>
            <a:pPr algn="l"/>
            <a:r>
              <a:rPr sz="830" b="0" dirty="0">
                <a:solidFill>
                  <a:srgbClr val="444444"/>
                </a:solidFill>
                <a:latin typeface="Malgun Gothic"/>
                <a:ea typeface="Malgun Gothic"/>
                <a:cs typeface="Malgun Gothic"/>
              </a:rPr>
              <a:t>GW 172.22.1.254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8324" y="1739752"/>
            <a:ext cx="3809904" cy="42011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30" b="0" dirty="0">
                <a:solidFill>
                  <a:srgbClr val="444444"/>
                </a:solidFill>
                <a:latin typeface="Malgun Gothic"/>
                <a:ea typeface="Malgun Gothic"/>
                <a:cs typeface="Malgun Gothic"/>
              </a:rPr>
              <a:t>Net 172.22.128.0</a:t>
            </a:r>
            <a:endParaRPr lang="en-US" sz="830" b="0" dirty="0">
              <a:solidFill>
                <a:srgbClr val="444444"/>
              </a:solidFill>
              <a:latin typeface="Malgun Gothic"/>
              <a:ea typeface="Malgun Gothic"/>
              <a:cs typeface="Malgun Gothic"/>
            </a:endParaRPr>
          </a:p>
          <a:p>
            <a:pPr algn="l"/>
            <a:r>
              <a:rPr sz="830" b="0" dirty="0">
                <a:solidFill>
                  <a:srgbClr val="444444"/>
                </a:solidFill>
                <a:latin typeface="Malgun Gothic"/>
                <a:ea typeface="Malgun Gothic"/>
                <a:cs typeface="Malgun Gothic"/>
              </a:rPr>
              <a:t>Mask 255.255.128.0(/17)</a:t>
            </a:r>
            <a:endParaRPr lang="en-US" sz="830" b="0" dirty="0">
              <a:solidFill>
                <a:srgbClr val="444444"/>
              </a:solidFill>
              <a:latin typeface="Malgun Gothic"/>
              <a:ea typeface="Malgun Gothic"/>
              <a:cs typeface="Malgun Gothic"/>
            </a:endParaRPr>
          </a:p>
          <a:p>
            <a:pPr algn="l"/>
            <a:r>
              <a:rPr sz="830" b="0" dirty="0">
                <a:solidFill>
                  <a:srgbClr val="444444"/>
                </a:solidFill>
                <a:latin typeface="Malgun Gothic"/>
                <a:ea typeface="Malgun Gothic"/>
                <a:cs typeface="Malgun Gothic"/>
              </a:rPr>
              <a:t>GW 172.22.129.254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269082" y="2440562"/>
            <a:ext cx="2552636" cy="761999"/>
          </a:xfrm>
          <a:prstGeom prst="roundRect">
            <a:avLst/>
          </a:prstGeom>
          <a:solidFill>
            <a:srgbClr val="FFF0F0"/>
          </a:solidFill>
          <a:ln w="25400">
            <a:solidFill>
              <a:srgbClr val="D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960" b="1" dirty="0">
                <a:solidFill>
                  <a:srgbClr val="D00000"/>
                </a:solidFill>
                <a:latin typeface="Malgun Gothic"/>
                <a:ea typeface="Malgun Gothic"/>
                <a:cs typeface="Malgun Gothic"/>
              </a:rPr>
              <a:t>★ </a:t>
            </a:r>
            <a:r>
              <a:rPr sz="960" b="1" dirty="0" err="1">
                <a:solidFill>
                  <a:srgbClr val="D00000"/>
                </a:solidFill>
                <a:latin typeface="Malgun Gothic"/>
                <a:ea typeface="Malgun Gothic"/>
                <a:cs typeface="Malgun Gothic"/>
              </a:rPr>
              <a:t>무선기판</a:t>
            </a:r>
            <a:r>
              <a:rPr sz="960" b="1" dirty="0">
                <a:solidFill>
                  <a:srgbClr val="D00000"/>
                </a:solidFill>
                <a:latin typeface="Malgun Gothic"/>
                <a:ea typeface="Malgun Gothic"/>
                <a:cs typeface="Malgun Gothic"/>
              </a:rPr>
              <a:t>(wlan0) </a:t>
            </a:r>
            <a:r>
              <a:rPr sz="960" b="1" dirty="0" err="1">
                <a:solidFill>
                  <a:srgbClr val="D00000"/>
                </a:solidFill>
                <a:latin typeface="Malgun Gothic"/>
                <a:ea typeface="Malgun Gothic"/>
                <a:cs typeface="Malgun Gothic"/>
              </a:rPr>
              <a:t>전용</a:t>
            </a:r>
            <a:r>
              <a:rPr sz="960" b="1" dirty="0">
                <a:solidFill>
                  <a:srgbClr val="D00000"/>
                </a:solidFill>
                <a:latin typeface="Malgun Gothic"/>
                <a:ea typeface="Malgun Gothic"/>
                <a:cs typeface="Malgun Gothic"/>
              </a:rPr>
              <a:t> — </a:t>
            </a:r>
            <a:r>
              <a:rPr sz="960" b="1" dirty="0" err="1">
                <a:solidFill>
                  <a:srgbClr val="D00000"/>
                </a:solidFill>
                <a:latin typeface="Malgun Gothic"/>
                <a:ea typeface="Malgun Gothic"/>
                <a:cs typeface="Malgun Gothic"/>
              </a:rPr>
              <a:t>신규</a:t>
            </a:r>
            <a:endParaRPr sz="960" b="1" dirty="0">
              <a:solidFill>
                <a:srgbClr val="D00000"/>
              </a:solidFill>
              <a:latin typeface="Malgun Gothic"/>
              <a:ea typeface="Malgun Gothic"/>
              <a:cs typeface="Malgun Gothic"/>
            </a:endParaRPr>
          </a:p>
          <a:p>
            <a:pPr algn="ctr"/>
            <a:r>
              <a:rPr sz="960" b="1" dirty="0">
                <a:solidFill>
                  <a:srgbClr val="D00000"/>
                </a:solidFill>
                <a:latin typeface="Malgun Gothic"/>
                <a:ea typeface="Malgun Gothic"/>
                <a:cs typeface="Malgun Gothic"/>
              </a:rPr>
              <a:t>172.22.112.x  /  255.255.255.0 (/24)</a:t>
            </a:r>
          </a:p>
          <a:p>
            <a:pPr algn="ctr"/>
            <a:r>
              <a:rPr sz="960" b="1" dirty="0">
                <a:solidFill>
                  <a:srgbClr val="D00000"/>
                </a:solidFill>
                <a:latin typeface="Malgun Gothic"/>
                <a:ea typeface="Malgun Gothic"/>
                <a:cs typeface="Malgun Gothic"/>
              </a:rPr>
              <a:t>GW 172.22.112.254   ·   NTP 172.22.2.1</a:t>
            </a:r>
          </a:p>
        </p:txBody>
      </p:sp>
      <p:cxnSp>
        <p:nvCxnSpPr>
          <p:cNvPr id="34" name="Connector 33"/>
          <p:cNvCxnSpPr>
            <a:cxnSpLocks/>
            <a:stCxn id="33" idx="2"/>
          </p:cNvCxnSpPr>
          <p:nvPr/>
        </p:nvCxnSpPr>
        <p:spPr>
          <a:xfrm flipH="1">
            <a:off x="4533786" y="3202561"/>
            <a:ext cx="11614" cy="896999"/>
          </a:xfrm>
          <a:prstGeom prst="line">
            <a:avLst/>
          </a:prstGeom>
          <a:ln w="25400">
            <a:solidFill>
              <a:srgbClr val="D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8877666" y="3991264"/>
            <a:ext cx="3206679" cy="761999"/>
          </a:xfrm>
          <a:prstGeom prst="roundRect">
            <a:avLst/>
          </a:prstGeom>
          <a:solidFill>
            <a:srgbClr val="FFF0F0"/>
          </a:solidFill>
          <a:ln w="25400">
            <a:solidFill>
              <a:srgbClr val="D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940" b="1" dirty="0">
                <a:solidFill>
                  <a:srgbClr val="D00000"/>
                </a:solidFill>
                <a:latin typeface="Malgun Gothic"/>
                <a:ea typeface="Malgun Gothic"/>
                <a:cs typeface="Malgun Gothic"/>
              </a:rPr>
              <a:t>★ GW </a:t>
            </a:r>
            <a:r>
              <a:rPr sz="940" b="1" dirty="0" err="1">
                <a:solidFill>
                  <a:srgbClr val="D00000"/>
                </a:solidFill>
                <a:latin typeface="Malgun Gothic"/>
                <a:ea typeface="Malgun Gothic"/>
                <a:cs typeface="Malgun Gothic"/>
              </a:rPr>
              <a:t>종단</a:t>
            </a:r>
            <a:r>
              <a:rPr sz="940" b="1" dirty="0">
                <a:solidFill>
                  <a:srgbClr val="D0000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40" b="1" dirty="0" err="1">
                <a:solidFill>
                  <a:srgbClr val="D00000"/>
                </a:solidFill>
                <a:latin typeface="Malgun Gothic"/>
                <a:ea typeface="Malgun Gothic"/>
                <a:cs typeface="Malgun Gothic"/>
              </a:rPr>
              <a:t>장치</a:t>
            </a:r>
            <a:r>
              <a:rPr sz="940" b="1" dirty="0">
                <a:solidFill>
                  <a:srgbClr val="D00000"/>
                </a:solidFill>
                <a:latin typeface="Malgun Gothic"/>
                <a:ea typeface="Malgun Gothic"/>
                <a:cs typeface="Malgun Gothic"/>
              </a:rPr>
              <a:t>(</a:t>
            </a:r>
            <a:r>
              <a:rPr sz="940" b="1" dirty="0" err="1">
                <a:solidFill>
                  <a:srgbClr val="D00000"/>
                </a:solidFill>
                <a:latin typeface="Malgun Gothic"/>
                <a:ea typeface="Malgun Gothic"/>
                <a:cs typeface="Malgun Gothic"/>
              </a:rPr>
              <a:t>추정</a:t>
            </a:r>
            <a:r>
              <a:rPr sz="940" b="1" dirty="0">
                <a:solidFill>
                  <a:srgbClr val="D00000"/>
                </a:solidFill>
                <a:latin typeface="Malgun Gothic"/>
                <a:ea typeface="Malgun Gothic"/>
                <a:cs typeface="Malgun Gothic"/>
              </a:rPr>
              <a:t> AP-</a:t>
            </a:r>
            <a:r>
              <a:rPr sz="940" b="1" dirty="0" err="1">
                <a:solidFill>
                  <a:srgbClr val="D00000"/>
                </a:solidFill>
                <a:latin typeface="Malgun Gothic"/>
                <a:ea typeface="Malgun Gothic"/>
                <a:cs typeface="Malgun Gothic"/>
              </a:rPr>
              <a:t>HUB의</a:t>
            </a:r>
            <a:r>
              <a:rPr sz="940" b="1" dirty="0">
                <a:solidFill>
                  <a:srgbClr val="D0000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40" b="1" dirty="0" err="1">
                <a:solidFill>
                  <a:srgbClr val="D00000"/>
                </a:solidFill>
                <a:latin typeface="Malgun Gothic"/>
                <a:ea typeface="Malgun Gothic"/>
                <a:cs typeface="Malgun Gothic"/>
              </a:rPr>
              <a:t>client측</a:t>
            </a:r>
            <a:r>
              <a:rPr sz="940" b="1" dirty="0">
                <a:solidFill>
                  <a:srgbClr val="D00000"/>
                </a:solidFill>
                <a:latin typeface="Malgun Gothic"/>
                <a:ea typeface="Malgun Gothic"/>
                <a:cs typeface="Malgun Gothic"/>
              </a:rPr>
              <a:t>)에</a:t>
            </a:r>
          </a:p>
          <a:p>
            <a:pPr algn="ctr"/>
            <a:r>
              <a:rPr sz="940" b="1" dirty="0">
                <a:solidFill>
                  <a:srgbClr val="D00000"/>
                </a:solidFill>
                <a:latin typeface="Malgun Gothic"/>
                <a:ea typeface="Malgun Gothic"/>
                <a:cs typeface="Malgun Gothic"/>
              </a:rPr>
              <a:t>.129.254(</a:t>
            </a:r>
            <a:r>
              <a:rPr sz="940" b="1" dirty="0" err="1">
                <a:solidFill>
                  <a:srgbClr val="D00000"/>
                </a:solidFill>
                <a:latin typeface="Malgun Gothic"/>
                <a:ea typeface="Malgun Gothic"/>
                <a:cs typeface="Malgun Gothic"/>
              </a:rPr>
              <a:t>OPC,기존</a:t>
            </a:r>
            <a:r>
              <a:rPr sz="940" b="1" dirty="0">
                <a:solidFill>
                  <a:srgbClr val="D00000"/>
                </a:solidFill>
                <a:latin typeface="Malgun Gothic"/>
                <a:ea typeface="Malgun Gothic"/>
                <a:cs typeface="Malgun Gothic"/>
              </a:rPr>
              <a:t>) + .112.254(wlan0,신규 secondary)</a:t>
            </a:r>
          </a:p>
          <a:p>
            <a:pPr algn="ctr"/>
            <a:r>
              <a:rPr sz="940" b="1" dirty="0">
                <a:solidFill>
                  <a:srgbClr val="D00000"/>
                </a:solidFill>
                <a:latin typeface="Malgun Gothic"/>
                <a:ea typeface="Malgun Gothic"/>
                <a:cs typeface="Malgun Gothic"/>
              </a:rPr>
              <a:t>→ </a:t>
            </a:r>
            <a:r>
              <a:rPr sz="940" b="1" dirty="0" err="1">
                <a:solidFill>
                  <a:srgbClr val="D00000"/>
                </a:solidFill>
                <a:latin typeface="Malgun Gothic"/>
                <a:ea typeface="Malgun Gothic"/>
                <a:cs typeface="Malgun Gothic"/>
              </a:rPr>
              <a:t>동일</a:t>
            </a:r>
            <a:r>
              <a:rPr sz="940" b="1" dirty="0">
                <a:solidFill>
                  <a:srgbClr val="D00000"/>
                </a:solidFill>
                <a:latin typeface="Malgun Gothic"/>
                <a:ea typeface="Malgun Gothic"/>
                <a:cs typeface="Malgun Gothic"/>
              </a:rPr>
              <a:t> L2 </a:t>
            </a:r>
            <a:r>
              <a:rPr sz="940" b="1" dirty="0" err="1">
                <a:solidFill>
                  <a:srgbClr val="D00000"/>
                </a:solidFill>
                <a:latin typeface="Malgun Gothic"/>
                <a:ea typeface="Malgun Gothic"/>
                <a:cs typeface="Malgun Gothic"/>
              </a:rPr>
              <a:t>세그먼트에</a:t>
            </a:r>
            <a:r>
              <a:rPr sz="940" b="1" dirty="0">
                <a:solidFill>
                  <a:srgbClr val="D0000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40" b="1" dirty="0" err="1">
                <a:solidFill>
                  <a:srgbClr val="D00000"/>
                </a:solidFill>
                <a:latin typeface="Malgun Gothic"/>
                <a:ea typeface="Malgun Gothic"/>
                <a:cs typeface="Malgun Gothic"/>
              </a:rPr>
              <a:t>공존</a:t>
            </a:r>
            <a:endParaRPr sz="940" b="1" dirty="0">
              <a:solidFill>
                <a:srgbClr val="D00000"/>
              </a:solidFill>
              <a:latin typeface="Malgun Gothic"/>
              <a:ea typeface="Malgun Gothic"/>
              <a:cs typeface="Malgun Gothic"/>
            </a:endParaRPr>
          </a:p>
        </p:txBody>
      </p:sp>
      <p:cxnSp>
        <p:nvCxnSpPr>
          <p:cNvPr id="36" name="Connector 35"/>
          <p:cNvCxnSpPr>
            <a:cxnSpLocks/>
            <a:stCxn id="35" idx="1"/>
            <a:endCxn id="21" idx="3"/>
          </p:cNvCxnSpPr>
          <p:nvPr/>
        </p:nvCxnSpPr>
        <p:spPr>
          <a:xfrm flipH="1">
            <a:off x="8366527" y="4372264"/>
            <a:ext cx="511139" cy="7508"/>
          </a:xfrm>
          <a:prstGeom prst="line">
            <a:avLst/>
          </a:prstGeom>
          <a:ln w="25400">
            <a:solidFill>
              <a:srgbClr val="D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524337" y="2471041"/>
            <a:ext cx="2697480" cy="701040"/>
          </a:xfrm>
          <a:prstGeom prst="roundRect">
            <a:avLst/>
          </a:prstGeom>
          <a:solidFill>
            <a:srgbClr val="FFF7E6"/>
          </a:solidFill>
          <a:ln w="22860">
            <a:solidFill>
              <a:srgbClr val="7A5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t"/>
          <a:lstStyle/>
          <a:p>
            <a:pPr algn="l"/>
            <a:r>
              <a:rPr sz="830" b="1" dirty="0">
                <a:solidFill>
                  <a:srgbClr val="7A5C00"/>
                </a:solidFill>
                <a:latin typeface="Malgun Gothic"/>
                <a:ea typeface="Malgun Gothic"/>
                <a:cs typeface="Malgun Gothic"/>
              </a:rPr>
              <a:t>■ eth0 ↔ OPC Board : </a:t>
            </a:r>
            <a:r>
              <a:rPr sz="830" b="1" dirty="0" err="1">
                <a:solidFill>
                  <a:srgbClr val="7A5C00"/>
                </a:solidFill>
                <a:latin typeface="Malgun Gothic"/>
                <a:ea typeface="Malgun Gothic"/>
                <a:cs typeface="Malgun Gothic"/>
              </a:rPr>
              <a:t>단독</a:t>
            </a:r>
            <a:r>
              <a:rPr sz="830" b="1" dirty="0">
                <a:solidFill>
                  <a:srgbClr val="7A5C0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830" b="1" dirty="0" err="1">
                <a:solidFill>
                  <a:srgbClr val="7A5C00"/>
                </a:solidFill>
                <a:latin typeface="Malgun Gothic"/>
                <a:ea typeface="Malgun Gothic"/>
                <a:cs typeface="Malgun Gothic"/>
              </a:rPr>
              <a:t>폐쇄망</a:t>
            </a:r>
            <a:endParaRPr sz="830" b="1" dirty="0">
              <a:solidFill>
                <a:srgbClr val="7A5C00"/>
              </a:solidFill>
              <a:latin typeface="Malgun Gothic"/>
              <a:ea typeface="Malgun Gothic"/>
              <a:cs typeface="Malgun Gothic"/>
            </a:endParaRPr>
          </a:p>
          <a:p>
            <a:pPr algn="l"/>
            <a:r>
              <a:rPr sz="830" b="1" dirty="0" err="1">
                <a:solidFill>
                  <a:srgbClr val="7A5C00"/>
                </a:solidFill>
                <a:latin typeface="Malgun Gothic"/>
                <a:ea typeface="Malgun Gothic"/>
                <a:cs typeface="Malgun Gothic"/>
              </a:rPr>
              <a:t>유선</a:t>
            </a:r>
            <a:r>
              <a:rPr sz="830" b="1" dirty="0">
                <a:solidFill>
                  <a:srgbClr val="7A5C00"/>
                </a:solidFill>
                <a:latin typeface="Malgun Gothic"/>
                <a:ea typeface="Malgun Gothic"/>
                <a:cs typeface="Malgun Gothic"/>
              </a:rPr>
              <a:t> 1:1 </a:t>
            </a:r>
            <a:r>
              <a:rPr sz="830" b="1" dirty="0" err="1">
                <a:solidFill>
                  <a:srgbClr val="7A5C00"/>
                </a:solidFill>
                <a:latin typeface="Malgun Gothic"/>
                <a:ea typeface="Malgun Gothic"/>
                <a:cs typeface="Malgun Gothic"/>
              </a:rPr>
              <a:t>전용</a:t>
            </a:r>
            <a:r>
              <a:rPr sz="830" b="1" dirty="0">
                <a:solidFill>
                  <a:srgbClr val="7A5C00"/>
                </a:solidFill>
                <a:latin typeface="Malgun Gothic"/>
                <a:ea typeface="Malgun Gothic"/>
                <a:cs typeface="Malgun Gothic"/>
              </a:rPr>
              <a:t> · </a:t>
            </a:r>
            <a:r>
              <a:rPr sz="830" b="1" dirty="0" err="1">
                <a:solidFill>
                  <a:srgbClr val="7A5C00"/>
                </a:solidFill>
                <a:latin typeface="Malgun Gothic"/>
                <a:ea typeface="Malgun Gothic"/>
                <a:cs typeface="Malgun Gothic"/>
              </a:rPr>
              <a:t>격리</a:t>
            </a:r>
            <a:r>
              <a:rPr sz="830" b="1" dirty="0">
                <a:solidFill>
                  <a:srgbClr val="7A5C00"/>
                </a:solidFill>
                <a:latin typeface="Malgun Gothic"/>
                <a:ea typeface="Malgun Gothic"/>
                <a:cs typeface="Malgun Gothic"/>
              </a:rPr>
              <a:t> · </a:t>
            </a:r>
            <a:r>
              <a:rPr sz="830" b="1" dirty="0" err="1">
                <a:solidFill>
                  <a:srgbClr val="7A5C00"/>
                </a:solidFill>
                <a:latin typeface="Malgun Gothic"/>
                <a:ea typeface="Malgun Gothic"/>
                <a:cs typeface="Malgun Gothic"/>
              </a:rPr>
              <a:t>무선</a:t>
            </a:r>
            <a:r>
              <a:rPr sz="830" b="1" dirty="0">
                <a:solidFill>
                  <a:srgbClr val="7A5C0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830" b="1" dirty="0" err="1">
                <a:solidFill>
                  <a:srgbClr val="7A5C00"/>
                </a:solidFill>
                <a:latin typeface="Malgun Gothic"/>
                <a:ea typeface="Malgun Gothic"/>
                <a:cs typeface="Malgun Gothic"/>
              </a:rPr>
              <a:t>미노출</a:t>
            </a:r>
            <a:r>
              <a:rPr sz="830" b="1" dirty="0">
                <a:solidFill>
                  <a:srgbClr val="7A5C00"/>
                </a:solidFill>
                <a:latin typeface="Malgun Gothic"/>
                <a:ea typeface="Malgun Gothic"/>
                <a:cs typeface="Malgun Gothic"/>
              </a:rPr>
              <a:t>(</a:t>
            </a:r>
            <a:r>
              <a:rPr sz="830" b="1" dirty="0" err="1">
                <a:solidFill>
                  <a:srgbClr val="7A5C00"/>
                </a:solidFill>
                <a:latin typeface="Malgun Gothic"/>
                <a:ea typeface="Malgun Gothic"/>
                <a:cs typeface="Malgun Gothic"/>
              </a:rPr>
              <a:t>arp_ignore</a:t>
            </a:r>
            <a:r>
              <a:rPr sz="830" b="1" dirty="0">
                <a:solidFill>
                  <a:srgbClr val="7A5C00"/>
                </a:solidFill>
                <a:latin typeface="Malgun Gothic"/>
                <a:ea typeface="Malgun Gothic"/>
                <a:cs typeface="Malgun Gothic"/>
              </a:rPr>
              <a:t>)</a:t>
            </a:r>
          </a:p>
          <a:p>
            <a:pPr algn="l"/>
            <a:r>
              <a:rPr sz="830" b="1" dirty="0">
                <a:solidFill>
                  <a:srgbClr val="7A5C00"/>
                </a:solidFill>
                <a:latin typeface="Malgun Gothic"/>
                <a:ea typeface="Malgun Gothic"/>
                <a:cs typeface="Malgun Gothic"/>
              </a:rPr>
              <a:t>eth0 IP = 172.22.186.1/17 (OPC 동일 서브넷) </a:t>
            </a:r>
            <a:endParaRPr lang="en-US" sz="830" b="1" dirty="0">
              <a:solidFill>
                <a:srgbClr val="7A5C00"/>
              </a:solidFill>
              <a:latin typeface="Malgun Gothic"/>
              <a:ea typeface="Malgun Gothic"/>
              <a:cs typeface="Malgun Gothic"/>
            </a:endParaRPr>
          </a:p>
          <a:p>
            <a:pPr algn="l"/>
            <a:r>
              <a:rPr sz="830" b="1" dirty="0" err="1">
                <a:solidFill>
                  <a:srgbClr val="7A5C00"/>
                </a:solidFill>
                <a:latin typeface="Malgun Gothic"/>
                <a:ea typeface="Malgun Gothic"/>
                <a:cs typeface="Malgun Gothic"/>
              </a:rPr>
              <a:t>고정</a:t>
            </a:r>
            <a:r>
              <a:rPr sz="830" b="1" dirty="0">
                <a:solidFill>
                  <a:srgbClr val="7A5C00"/>
                </a:solidFill>
                <a:latin typeface="Malgun Gothic"/>
                <a:ea typeface="Malgun Gothic"/>
                <a:cs typeface="Malgun Gothic"/>
              </a:rPr>
              <a:t> · 전 BD </a:t>
            </a:r>
            <a:r>
              <a:rPr sz="830" b="1" dirty="0" err="1">
                <a:solidFill>
                  <a:srgbClr val="7A5C00"/>
                </a:solidFill>
                <a:latin typeface="Malgun Gothic"/>
                <a:ea typeface="Malgun Gothic"/>
                <a:cs typeface="Malgun Gothic"/>
              </a:rPr>
              <a:t>중복</a:t>
            </a:r>
            <a:r>
              <a:rPr sz="830" b="1" dirty="0">
                <a:solidFill>
                  <a:srgbClr val="7A5C0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830" b="1" dirty="0" err="1">
                <a:solidFill>
                  <a:srgbClr val="7A5C00"/>
                </a:solidFill>
                <a:latin typeface="Malgun Gothic"/>
                <a:ea typeface="Malgun Gothic"/>
                <a:cs typeface="Malgun Gothic"/>
              </a:rPr>
              <a:t>가능</a:t>
            </a:r>
            <a:endParaRPr sz="830" b="1" dirty="0">
              <a:solidFill>
                <a:srgbClr val="7A5C00"/>
              </a:solidFill>
              <a:latin typeface="Malgun Gothic"/>
              <a:ea typeface="Malgun Gothic"/>
              <a:cs typeface="Malgun Gothic"/>
            </a:endParaRPr>
          </a:p>
        </p:txBody>
      </p:sp>
      <p:cxnSp>
        <p:nvCxnSpPr>
          <p:cNvPr id="40" name="Connector 39"/>
          <p:cNvCxnSpPr>
            <a:cxnSpLocks/>
            <a:stCxn id="39" idx="2"/>
            <a:endCxn id="15" idx="0"/>
          </p:cNvCxnSpPr>
          <p:nvPr/>
        </p:nvCxnSpPr>
        <p:spPr>
          <a:xfrm>
            <a:off x="1705407" y="3172081"/>
            <a:ext cx="1513962" cy="957959"/>
          </a:xfrm>
          <a:prstGeom prst="line">
            <a:avLst/>
          </a:prstGeom>
          <a:ln w="22860">
            <a:solidFill>
              <a:srgbClr val="7A5C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1752554" y="5445414"/>
            <a:ext cx="4343292" cy="973859"/>
          </a:xfrm>
          <a:prstGeom prst="roundRect">
            <a:avLst/>
          </a:prstGeom>
          <a:solidFill>
            <a:srgbClr val="FFFBE6"/>
          </a:solidFill>
          <a:ln w="20320">
            <a:solidFill>
              <a:srgbClr val="BFA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t"/>
          <a:lstStyle/>
          <a:p>
            <a:pPr algn="l"/>
            <a:r>
              <a:rPr sz="860" b="0" dirty="0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■ </a:t>
            </a:r>
            <a:r>
              <a:rPr sz="860" b="0" dirty="0" err="1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당사</a:t>
            </a:r>
            <a:r>
              <a:rPr sz="860" b="0" dirty="0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860" b="0" dirty="0" err="1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요청</a:t>
            </a:r>
            <a:r>
              <a:rPr sz="860" b="0" dirty="0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860" b="0" dirty="0" err="1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변경점</a:t>
            </a:r>
            <a:r>
              <a:rPr sz="860" b="0" dirty="0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 / </a:t>
            </a:r>
            <a:r>
              <a:rPr sz="860" b="0" dirty="0" err="1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사양</a:t>
            </a:r>
            <a:endParaRPr sz="860" b="0" dirty="0">
              <a:solidFill>
                <a:srgbClr val="333333"/>
              </a:solidFill>
              <a:latin typeface="Malgun Gothic"/>
              <a:ea typeface="Malgun Gothic"/>
              <a:cs typeface="Malgun Gothic"/>
            </a:endParaRPr>
          </a:p>
          <a:p>
            <a:pPr algn="l"/>
            <a:r>
              <a:rPr sz="860" b="0" dirty="0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① wlan0(</a:t>
            </a:r>
            <a:r>
              <a:rPr sz="860" b="0" dirty="0" err="1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무선</a:t>
            </a:r>
            <a:r>
              <a:rPr sz="860" b="0" dirty="0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) : 172.22.112.x/24 </a:t>
            </a:r>
            <a:r>
              <a:rPr sz="860" b="0" dirty="0" err="1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별도</a:t>
            </a:r>
            <a:r>
              <a:rPr sz="860" b="0" dirty="0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860" b="0" dirty="0" err="1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서브넷</a:t>
            </a:r>
            <a:r>
              <a:rPr sz="860" b="0" dirty="0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860" b="0" dirty="0" err="1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신규</a:t>
            </a:r>
            <a:r>
              <a:rPr sz="860" b="0" dirty="0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 (</a:t>
            </a:r>
            <a:r>
              <a:rPr sz="860" b="0" dirty="0" err="1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OPC와</a:t>
            </a:r>
            <a:r>
              <a:rPr sz="860" b="0" dirty="0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860" b="0" dirty="0" err="1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다른</a:t>
            </a:r>
            <a:r>
              <a:rPr sz="860" b="0" dirty="0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860" b="0" dirty="0" err="1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서브넷</a:t>
            </a:r>
            <a:r>
              <a:rPr sz="860" b="0" dirty="0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)</a:t>
            </a:r>
          </a:p>
          <a:p>
            <a:pPr algn="l"/>
            <a:r>
              <a:rPr sz="860" b="0" dirty="0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② GW 172.22.112.254 </a:t>
            </a:r>
            <a:r>
              <a:rPr sz="860" b="0" dirty="0" err="1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신규</a:t>
            </a:r>
            <a:r>
              <a:rPr sz="860" b="0" dirty="0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 (=.129.254와 </a:t>
            </a:r>
            <a:r>
              <a:rPr sz="860" b="0" dirty="0" err="1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동일</a:t>
            </a:r>
            <a:r>
              <a:rPr sz="860" b="0" dirty="0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 L2 </a:t>
            </a:r>
            <a:r>
              <a:rPr sz="860" b="0" dirty="0" err="1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세그먼트</a:t>
            </a:r>
            <a:r>
              <a:rPr sz="860" b="0" dirty="0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, secondary)</a:t>
            </a:r>
          </a:p>
          <a:p>
            <a:pPr algn="l"/>
            <a:r>
              <a:rPr sz="860" b="0" dirty="0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③ OPC Board : 172.22.131.x, GW 172.22.129.254 (</a:t>
            </a:r>
            <a:r>
              <a:rPr sz="860" b="0" dirty="0" err="1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유지</a:t>
            </a:r>
            <a:r>
              <a:rPr sz="860" b="0" dirty="0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)</a:t>
            </a:r>
          </a:p>
          <a:p>
            <a:pPr algn="l"/>
            <a:r>
              <a:rPr sz="860" b="0" dirty="0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④ wlan0 </a:t>
            </a:r>
            <a:r>
              <a:rPr sz="860" b="0" dirty="0" err="1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서브넷</a:t>
            </a:r>
            <a:r>
              <a:rPr sz="860" b="0" dirty="0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860" b="0" dirty="0" err="1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라우팅</a:t>
            </a:r>
            <a:r>
              <a:rPr sz="860" b="0" dirty="0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860" b="0" dirty="0" err="1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등록</a:t>
            </a:r>
            <a:r>
              <a:rPr sz="860" b="0" dirty="0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 → PC→STA Access </a:t>
            </a:r>
            <a:r>
              <a:rPr sz="860" b="0" dirty="0" err="1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양방향</a:t>
            </a:r>
            <a:r>
              <a:rPr sz="860" b="0" dirty="0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860" b="0" dirty="0" err="1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성립</a:t>
            </a:r>
            <a:endParaRPr sz="860" b="0" dirty="0">
              <a:solidFill>
                <a:srgbClr val="333333"/>
              </a:solidFill>
              <a:latin typeface="Malgun Gothic"/>
              <a:ea typeface="Malgun Gothic"/>
              <a:cs typeface="Malgun Gothic"/>
            </a:endParaRPr>
          </a:p>
          <a:p>
            <a:pPr algn="l"/>
            <a:r>
              <a:rPr sz="860" b="0" dirty="0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⑤ eth0(</a:t>
            </a:r>
            <a:r>
              <a:rPr sz="860" b="0" dirty="0" err="1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유선</a:t>
            </a:r>
            <a:r>
              <a:rPr sz="860" b="0" dirty="0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) : 172.22.186.1/17 </a:t>
            </a:r>
            <a:r>
              <a:rPr sz="860" b="0" dirty="0" err="1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폐쇄망</a:t>
            </a:r>
            <a:r>
              <a:rPr sz="860" b="0" dirty="0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860" b="0" dirty="0" err="1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고정</a:t>
            </a:r>
            <a:r>
              <a:rPr sz="860" b="0" dirty="0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 (</a:t>
            </a:r>
            <a:r>
              <a:rPr sz="860" b="0" dirty="0" err="1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OPC와</a:t>
            </a:r>
            <a:r>
              <a:rPr sz="860" b="0" dirty="0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860" b="0" dirty="0" err="1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동일</a:t>
            </a:r>
            <a:r>
              <a:rPr sz="860" b="0" dirty="0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860" b="0" dirty="0" err="1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서브넷·무선</a:t>
            </a:r>
            <a:r>
              <a:rPr sz="860" b="0" dirty="0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860" b="0" dirty="0" err="1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미노출</a:t>
            </a:r>
            <a:r>
              <a:rPr sz="860" b="0" dirty="0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)</a:t>
            </a:r>
          </a:p>
        </p:txBody>
      </p:sp>
      <p:cxnSp>
        <p:nvCxnSpPr>
          <p:cNvPr id="53" name="Connector 11"/>
          <p:cNvCxnSpPr>
            <a:cxnSpLocks/>
            <a:endCxn id="13" idx="1"/>
          </p:cNvCxnSpPr>
          <p:nvPr/>
        </p:nvCxnSpPr>
        <p:spPr>
          <a:xfrm flipV="1">
            <a:off x="1600159" y="4171950"/>
            <a:ext cx="914378" cy="3810"/>
          </a:xfrm>
          <a:prstGeom prst="line">
            <a:avLst/>
          </a:prstGeom>
          <a:ln w="38100">
            <a:solidFill>
              <a:srgbClr val="2E8B5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ounded Rectangle 53"/>
          <p:cNvSpPr/>
          <p:nvPr/>
        </p:nvSpPr>
        <p:spPr>
          <a:xfrm>
            <a:off x="6309360" y="5404748"/>
            <a:ext cx="5715000" cy="1107598"/>
          </a:xfrm>
          <a:prstGeom prst="roundRect">
            <a:avLst/>
          </a:prstGeom>
          <a:solidFill>
            <a:srgbClr val="FFF3E0"/>
          </a:solidFill>
          <a:ln w="22860">
            <a:solidFill>
              <a:srgbClr val="E07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t"/>
          <a:lstStyle/>
          <a:p>
            <a:pPr algn="l"/>
            <a:r>
              <a:rPr sz="960" b="1" dirty="0">
                <a:solidFill>
                  <a:srgbClr val="8A4B00"/>
                </a:solidFill>
                <a:latin typeface="Malgun Gothic"/>
                <a:ea typeface="Malgun Gothic"/>
                <a:cs typeface="Malgun Gothic"/>
              </a:rPr>
              <a:t>■ DFK </a:t>
            </a:r>
            <a:r>
              <a:rPr sz="960" b="1" dirty="0" err="1">
                <a:solidFill>
                  <a:srgbClr val="8A4B00"/>
                </a:solidFill>
                <a:latin typeface="Malgun Gothic"/>
                <a:ea typeface="Malgun Gothic"/>
                <a:cs typeface="Malgun Gothic"/>
              </a:rPr>
              <a:t>확인</a:t>
            </a:r>
            <a:r>
              <a:rPr sz="960" b="1" dirty="0">
                <a:solidFill>
                  <a:srgbClr val="8A4B0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60" b="1" dirty="0" err="1">
                <a:solidFill>
                  <a:srgbClr val="8A4B00"/>
                </a:solidFill>
                <a:latin typeface="Malgun Gothic"/>
                <a:ea typeface="Malgun Gothic"/>
                <a:cs typeface="Malgun Gothic"/>
              </a:rPr>
              <a:t>요청</a:t>
            </a:r>
            <a:r>
              <a:rPr sz="960" b="1" dirty="0">
                <a:solidFill>
                  <a:srgbClr val="8A4B00"/>
                </a:solidFill>
                <a:latin typeface="Malgun Gothic"/>
                <a:ea typeface="Malgun Gothic"/>
                <a:cs typeface="Malgun Gothic"/>
              </a:rPr>
              <a:t> (</a:t>
            </a:r>
            <a:r>
              <a:rPr sz="960" b="1" dirty="0" err="1">
                <a:solidFill>
                  <a:srgbClr val="8A4B00"/>
                </a:solidFill>
                <a:latin typeface="Malgun Gothic"/>
                <a:ea typeface="Malgun Gothic"/>
                <a:cs typeface="Malgun Gothic"/>
              </a:rPr>
              <a:t>배정</a:t>
            </a:r>
            <a:r>
              <a:rPr sz="960" b="1" dirty="0">
                <a:solidFill>
                  <a:srgbClr val="8A4B00"/>
                </a:solidFill>
                <a:latin typeface="Malgun Gothic"/>
                <a:ea typeface="Malgun Gothic"/>
                <a:cs typeface="Malgun Gothic"/>
              </a:rPr>
              <a:t> 전 </a:t>
            </a:r>
            <a:r>
              <a:rPr sz="960" b="1" dirty="0" err="1">
                <a:solidFill>
                  <a:srgbClr val="8A4B00"/>
                </a:solidFill>
                <a:latin typeface="Malgun Gothic"/>
                <a:ea typeface="Malgun Gothic"/>
                <a:cs typeface="Malgun Gothic"/>
              </a:rPr>
              <a:t>선행</a:t>
            </a:r>
            <a:r>
              <a:rPr sz="960" b="1" dirty="0">
                <a:solidFill>
                  <a:srgbClr val="8A4B0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60" b="1" dirty="0" err="1">
                <a:solidFill>
                  <a:srgbClr val="8A4B00"/>
                </a:solidFill>
                <a:latin typeface="Malgun Gothic"/>
                <a:ea typeface="Malgun Gothic"/>
                <a:cs typeface="Malgun Gothic"/>
              </a:rPr>
              <a:t>확인</a:t>
            </a:r>
            <a:r>
              <a:rPr sz="960" b="1" dirty="0">
                <a:solidFill>
                  <a:srgbClr val="8A4B00"/>
                </a:solidFill>
                <a:latin typeface="Malgun Gothic"/>
                <a:ea typeface="Malgun Gothic"/>
                <a:cs typeface="Malgun Gothic"/>
              </a:rPr>
              <a:t>)</a:t>
            </a:r>
          </a:p>
          <a:p>
            <a:pPr algn="l"/>
            <a:r>
              <a:rPr sz="880" b="0" dirty="0">
                <a:solidFill>
                  <a:srgbClr val="5A3000"/>
                </a:solidFill>
                <a:latin typeface="Malgun Gothic"/>
                <a:ea typeface="Malgun Gothic"/>
                <a:cs typeface="Malgun Gothic"/>
              </a:rPr>
              <a:t>ⓐ 172.22.129.254 </a:t>
            </a:r>
            <a:r>
              <a:rPr sz="880" b="0" dirty="0" err="1">
                <a:solidFill>
                  <a:srgbClr val="5A3000"/>
                </a:solidFill>
                <a:latin typeface="Malgun Gothic"/>
                <a:ea typeface="Malgun Gothic"/>
                <a:cs typeface="Malgun Gothic"/>
              </a:rPr>
              <a:t>보유</a:t>
            </a:r>
            <a:r>
              <a:rPr sz="880" b="0" dirty="0">
                <a:solidFill>
                  <a:srgbClr val="5A300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880" b="0" dirty="0" err="1">
                <a:solidFill>
                  <a:srgbClr val="5A3000"/>
                </a:solidFill>
                <a:latin typeface="Malgun Gothic"/>
                <a:ea typeface="Malgun Gothic"/>
                <a:cs typeface="Malgun Gothic"/>
              </a:rPr>
              <a:t>장치</a:t>
            </a:r>
            <a:r>
              <a:rPr sz="880" b="0" dirty="0">
                <a:solidFill>
                  <a:srgbClr val="5A3000"/>
                </a:solidFill>
                <a:latin typeface="Malgun Gothic"/>
                <a:ea typeface="Malgun Gothic"/>
                <a:cs typeface="Malgun Gothic"/>
              </a:rPr>
              <a:t>(AP-HUB </a:t>
            </a:r>
            <a:r>
              <a:rPr sz="880" b="0" dirty="0" err="1">
                <a:solidFill>
                  <a:srgbClr val="5A3000"/>
                </a:solidFill>
                <a:latin typeface="Malgun Gothic"/>
                <a:ea typeface="Malgun Gothic"/>
                <a:cs typeface="Malgun Gothic"/>
              </a:rPr>
              <a:t>추정</a:t>
            </a:r>
            <a:r>
              <a:rPr sz="880" b="0" dirty="0">
                <a:solidFill>
                  <a:srgbClr val="5A3000"/>
                </a:solidFill>
                <a:latin typeface="Malgun Gothic"/>
                <a:ea typeface="Malgun Gothic"/>
                <a:cs typeface="Malgun Gothic"/>
              </a:rPr>
              <a:t>)에 wlan0용 secondary GW </a:t>
            </a:r>
            <a:r>
              <a:rPr sz="880" b="0" dirty="0" err="1">
                <a:solidFill>
                  <a:srgbClr val="5A3000"/>
                </a:solidFill>
                <a:latin typeface="Malgun Gothic"/>
                <a:ea typeface="Malgun Gothic"/>
                <a:cs typeface="Malgun Gothic"/>
              </a:rPr>
              <a:t>추가</a:t>
            </a:r>
            <a:r>
              <a:rPr sz="880" b="0" dirty="0">
                <a:solidFill>
                  <a:srgbClr val="5A300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880" b="0" dirty="0" err="1">
                <a:solidFill>
                  <a:srgbClr val="5A3000"/>
                </a:solidFill>
                <a:latin typeface="Malgun Gothic"/>
                <a:ea typeface="Malgun Gothic"/>
                <a:cs typeface="Malgun Gothic"/>
              </a:rPr>
              <a:t>가능</a:t>
            </a:r>
            <a:r>
              <a:rPr sz="880" b="0" dirty="0">
                <a:solidFill>
                  <a:srgbClr val="5A300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880" b="0" dirty="0" err="1">
                <a:solidFill>
                  <a:srgbClr val="5A3000"/>
                </a:solidFill>
                <a:latin typeface="Malgun Gothic"/>
                <a:ea typeface="Malgun Gothic"/>
                <a:cs typeface="Malgun Gothic"/>
              </a:rPr>
              <a:t>여부</a:t>
            </a:r>
            <a:endParaRPr sz="880" b="0" dirty="0">
              <a:solidFill>
                <a:srgbClr val="5A3000"/>
              </a:solidFill>
              <a:latin typeface="Malgun Gothic"/>
              <a:ea typeface="Malgun Gothic"/>
              <a:cs typeface="Malgun Gothic"/>
            </a:endParaRPr>
          </a:p>
          <a:p>
            <a:pPr algn="l"/>
            <a:r>
              <a:rPr sz="880" b="1" dirty="0">
                <a:solidFill>
                  <a:srgbClr val="8A4B00"/>
                </a:solidFill>
                <a:latin typeface="Malgun Gothic"/>
                <a:ea typeface="Malgun Gothic"/>
                <a:cs typeface="Malgun Gothic"/>
              </a:rPr>
              <a:t>ⓑ </a:t>
            </a:r>
            <a:r>
              <a:rPr sz="880" b="1" dirty="0" err="1">
                <a:solidFill>
                  <a:srgbClr val="8A4B00"/>
                </a:solidFill>
                <a:latin typeface="Malgun Gothic"/>
                <a:ea typeface="Malgun Gothic"/>
                <a:cs typeface="Malgun Gothic"/>
              </a:rPr>
              <a:t>AP·WLC가</a:t>
            </a:r>
            <a:r>
              <a:rPr sz="880" b="1" dirty="0">
                <a:solidFill>
                  <a:srgbClr val="8A4B0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880" b="1" dirty="0" err="1">
                <a:solidFill>
                  <a:srgbClr val="8A4B00"/>
                </a:solidFill>
                <a:latin typeface="Malgun Gothic"/>
                <a:ea typeface="Malgun Gothic"/>
                <a:cs typeface="Malgun Gothic"/>
              </a:rPr>
              <a:t>동일</a:t>
            </a:r>
            <a:r>
              <a:rPr sz="880" b="1" dirty="0">
                <a:solidFill>
                  <a:srgbClr val="8A4B00"/>
                </a:solidFill>
                <a:latin typeface="Malgun Gothic"/>
                <a:ea typeface="Malgun Gothic"/>
                <a:cs typeface="Malgun Gothic"/>
              </a:rPr>
              <a:t> STA MAC(</a:t>
            </a:r>
            <a:r>
              <a:rPr sz="880" b="1" dirty="0" err="1">
                <a:solidFill>
                  <a:srgbClr val="8A4B00"/>
                </a:solidFill>
                <a:latin typeface="Malgun Gothic"/>
                <a:ea typeface="Malgun Gothic"/>
                <a:cs typeface="Malgun Gothic"/>
              </a:rPr>
              <a:t>클론</a:t>
            </a:r>
            <a:r>
              <a:rPr sz="880" b="1" dirty="0">
                <a:solidFill>
                  <a:srgbClr val="8A4B00"/>
                </a:solidFill>
                <a:latin typeface="Malgun Gothic"/>
                <a:ea typeface="Malgun Gothic"/>
                <a:cs typeface="Malgun Gothic"/>
              </a:rPr>
              <a:t> M)에 </a:t>
            </a:r>
            <a:r>
              <a:rPr sz="880" b="1" dirty="0" err="1">
                <a:solidFill>
                  <a:srgbClr val="8A4B00"/>
                </a:solidFill>
                <a:latin typeface="Malgun Gothic"/>
                <a:ea typeface="Malgun Gothic"/>
                <a:cs typeface="Malgun Gothic"/>
              </a:rPr>
              <a:t>복수</a:t>
            </a:r>
            <a:r>
              <a:rPr sz="880" b="1" dirty="0">
                <a:solidFill>
                  <a:srgbClr val="8A4B00"/>
                </a:solidFill>
                <a:latin typeface="Malgun Gothic"/>
                <a:ea typeface="Malgun Gothic"/>
                <a:cs typeface="Malgun Gothic"/>
              </a:rPr>
              <a:t> IP </a:t>
            </a:r>
            <a:r>
              <a:rPr sz="880" b="1" dirty="0" err="1">
                <a:solidFill>
                  <a:srgbClr val="8A4B00"/>
                </a:solidFill>
                <a:latin typeface="Malgun Gothic"/>
                <a:ea typeface="Malgun Gothic"/>
                <a:cs typeface="Malgun Gothic"/>
              </a:rPr>
              <a:t>공존</a:t>
            </a:r>
            <a:r>
              <a:rPr sz="880" b="1" dirty="0">
                <a:solidFill>
                  <a:srgbClr val="8A4B0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880" b="1" dirty="0" err="1">
                <a:solidFill>
                  <a:srgbClr val="8A4B00"/>
                </a:solidFill>
                <a:latin typeface="Malgun Gothic"/>
                <a:ea typeface="Malgun Gothic"/>
                <a:cs typeface="Malgun Gothic"/>
              </a:rPr>
              <a:t>허용</a:t>
            </a:r>
            <a:r>
              <a:rPr sz="880" b="1" dirty="0">
                <a:solidFill>
                  <a:srgbClr val="8A4B0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880" b="1" dirty="0" err="1">
                <a:solidFill>
                  <a:srgbClr val="8A4B00"/>
                </a:solidFill>
                <a:latin typeface="Malgun Gothic"/>
                <a:ea typeface="Malgun Gothic"/>
                <a:cs typeface="Malgun Gothic"/>
              </a:rPr>
              <a:t>여부</a:t>
            </a:r>
            <a:endParaRPr sz="880" b="1" dirty="0">
              <a:solidFill>
                <a:srgbClr val="8A4B00"/>
              </a:solidFill>
              <a:latin typeface="Malgun Gothic"/>
              <a:ea typeface="Malgun Gothic"/>
              <a:cs typeface="Malgun Gothic"/>
            </a:endParaRPr>
          </a:p>
          <a:p>
            <a:pPr algn="l"/>
            <a:r>
              <a:rPr sz="840" b="0" dirty="0">
                <a:solidFill>
                  <a:srgbClr val="8A4B00"/>
                </a:solidFill>
                <a:latin typeface="Malgun Gothic"/>
                <a:ea typeface="Malgun Gothic"/>
                <a:cs typeface="Malgun Gothic"/>
              </a:rPr>
              <a:t>     · IP </a:t>
            </a:r>
            <a:r>
              <a:rPr sz="840" b="0" dirty="0" err="1">
                <a:solidFill>
                  <a:srgbClr val="8A4B00"/>
                </a:solidFill>
                <a:latin typeface="Malgun Gothic"/>
                <a:ea typeface="Malgun Gothic"/>
                <a:cs typeface="Malgun Gothic"/>
              </a:rPr>
              <a:t>주소</a:t>
            </a:r>
            <a:r>
              <a:rPr sz="840" b="0" dirty="0">
                <a:solidFill>
                  <a:srgbClr val="8A4B0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840" b="0" dirty="0" err="1">
                <a:solidFill>
                  <a:srgbClr val="8A4B00"/>
                </a:solidFill>
                <a:latin typeface="Malgun Gothic"/>
                <a:ea typeface="Malgun Gothic"/>
                <a:cs typeface="Malgun Gothic"/>
              </a:rPr>
              <a:t>충돌</a:t>
            </a:r>
            <a:r>
              <a:rPr sz="840" b="0" dirty="0">
                <a:solidFill>
                  <a:srgbClr val="8A4B0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840" b="0" dirty="0" err="1">
                <a:solidFill>
                  <a:srgbClr val="8A4B00"/>
                </a:solidFill>
                <a:latin typeface="Malgun Gothic"/>
                <a:ea typeface="Malgun Gothic"/>
                <a:cs typeface="Malgun Gothic"/>
              </a:rPr>
              <a:t>아님</a:t>
            </a:r>
            <a:r>
              <a:rPr sz="840" b="0" dirty="0">
                <a:solidFill>
                  <a:srgbClr val="8A4B00"/>
                </a:solidFill>
                <a:latin typeface="Malgun Gothic"/>
                <a:ea typeface="Malgun Gothic"/>
                <a:cs typeface="Malgun Gothic"/>
              </a:rPr>
              <a:t> → "한 </a:t>
            </a:r>
            <a:r>
              <a:rPr sz="840" b="0" dirty="0" err="1">
                <a:solidFill>
                  <a:srgbClr val="8A4B00"/>
                </a:solidFill>
                <a:latin typeface="Malgun Gothic"/>
                <a:ea typeface="Malgun Gothic"/>
                <a:cs typeface="Malgun Gothic"/>
              </a:rPr>
              <a:t>MAC에</a:t>
            </a:r>
            <a:r>
              <a:rPr sz="840" b="0" dirty="0">
                <a:solidFill>
                  <a:srgbClr val="8A4B00"/>
                </a:solidFill>
                <a:latin typeface="Malgun Gothic"/>
                <a:ea typeface="Malgun Gothic"/>
                <a:cs typeface="Malgun Gothic"/>
              </a:rPr>
              <a:t> IP 몇 개 </a:t>
            </a:r>
            <a:r>
              <a:rPr sz="840" b="0" dirty="0" err="1">
                <a:solidFill>
                  <a:srgbClr val="8A4B00"/>
                </a:solidFill>
                <a:latin typeface="Malgun Gothic"/>
                <a:ea typeface="Malgun Gothic"/>
                <a:cs typeface="Malgun Gothic"/>
              </a:rPr>
              <a:t>허용</a:t>
            </a:r>
            <a:r>
              <a:rPr sz="840" b="0" dirty="0">
                <a:solidFill>
                  <a:srgbClr val="8A4B00"/>
                </a:solidFill>
                <a:latin typeface="Malgun Gothic"/>
                <a:ea typeface="Malgun Gothic"/>
                <a:cs typeface="Malgun Gothic"/>
              </a:rPr>
              <a:t>?" </a:t>
            </a:r>
            <a:r>
              <a:rPr sz="840" b="0" dirty="0" err="1">
                <a:solidFill>
                  <a:srgbClr val="8A4B00"/>
                </a:solidFill>
                <a:latin typeface="Malgun Gothic"/>
                <a:ea typeface="Malgun Gothic"/>
                <a:cs typeface="Malgun Gothic"/>
              </a:rPr>
              <a:t>정책</a:t>
            </a:r>
            <a:r>
              <a:rPr sz="840" b="0" dirty="0">
                <a:solidFill>
                  <a:srgbClr val="8A4B0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840" b="0" dirty="0" err="1">
                <a:solidFill>
                  <a:srgbClr val="8A4B00"/>
                </a:solidFill>
                <a:latin typeface="Malgun Gothic"/>
                <a:ea typeface="Malgun Gothic"/>
                <a:cs typeface="Malgun Gothic"/>
              </a:rPr>
              <a:t>문제</a:t>
            </a:r>
            <a:endParaRPr sz="840" b="0" dirty="0">
              <a:solidFill>
                <a:srgbClr val="8A4B00"/>
              </a:solidFill>
              <a:latin typeface="Malgun Gothic"/>
              <a:ea typeface="Malgun Gothic"/>
              <a:cs typeface="Malgun Gothic"/>
            </a:endParaRPr>
          </a:p>
          <a:p>
            <a:pPr algn="l"/>
            <a:r>
              <a:rPr sz="840" b="0" dirty="0">
                <a:solidFill>
                  <a:srgbClr val="5A3000"/>
                </a:solidFill>
                <a:latin typeface="Malgun Gothic"/>
                <a:ea typeface="Malgun Gothic"/>
                <a:cs typeface="Malgun Gothic"/>
              </a:rPr>
              <a:t>     · OPC 172.22.131.x + wlan0 172.22.112.x (</a:t>
            </a:r>
            <a:r>
              <a:rPr sz="840" b="0" dirty="0" err="1">
                <a:solidFill>
                  <a:srgbClr val="5A3000"/>
                </a:solidFill>
                <a:latin typeface="Malgun Gothic"/>
                <a:ea typeface="Malgun Gothic"/>
                <a:cs typeface="Malgun Gothic"/>
              </a:rPr>
              <a:t>서로</a:t>
            </a:r>
            <a:r>
              <a:rPr sz="840" b="0" dirty="0">
                <a:solidFill>
                  <a:srgbClr val="5A300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840" b="0" dirty="0" err="1">
                <a:solidFill>
                  <a:srgbClr val="5A3000"/>
                </a:solidFill>
                <a:latin typeface="Malgun Gothic"/>
                <a:ea typeface="Malgun Gothic"/>
                <a:cs typeface="Malgun Gothic"/>
              </a:rPr>
              <a:t>다른</a:t>
            </a:r>
            <a:r>
              <a:rPr sz="840" b="0" dirty="0">
                <a:solidFill>
                  <a:srgbClr val="5A300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840" b="0" dirty="0" err="1">
                <a:solidFill>
                  <a:srgbClr val="5A3000"/>
                </a:solidFill>
                <a:latin typeface="Malgun Gothic"/>
                <a:ea typeface="Malgun Gothic"/>
                <a:cs typeface="Malgun Gothic"/>
              </a:rPr>
              <a:t>서브넷</a:t>
            </a:r>
            <a:r>
              <a:rPr sz="840" b="0" dirty="0">
                <a:solidFill>
                  <a:srgbClr val="5A3000"/>
                </a:solidFill>
                <a:latin typeface="Malgun Gothic"/>
                <a:ea typeface="Malgun Gothic"/>
                <a:cs typeface="Malgun Gothic"/>
              </a:rPr>
              <a:t>)</a:t>
            </a:r>
          </a:p>
          <a:p>
            <a:pPr algn="l"/>
            <a:r>
              <a:rPr sz="830" b="0" dirty="0">
                <a:solidFill>
                  <a:srgbClr val="5A3000"/>
                </a:solidFill>
                <a:latin typeface="Malgun Gothic"/>
                <a:ea typeface="Malgun Gothic"/>
                <a:cs typeface="Malgun Gothic"/>
              </a:rPr>
              <a:t>     ※ DAI·IPSG·DHCP </a:t>
            </a:r>
            <a:r>
              <a:rPr sz="830" b="0" dirty="0" err="1">
                <a:solidFill>
                  <a:srgbClr val="5A3000"/>
                </a:solidFill>
                <a:latin typeface="Malgun Gothic"/>
                <a:ea typeface="Malgun Gothic"/>
                <a:cs typeface="Malgun Gothic"/>
              </a:rPr>
              <a:t>snooping이</a:t>
            </a:r>
            <a:r>
              <a:rPr sz="830" b="0" dirty="0">
                <a:solidFill>
                  <a:srgbClr val="5A3000"/>
                </a:solidFill>
                <a:latin typeface="Malgun Gothic"/>
                <a:ea typeface="Malgun Gothic"/>
                <a:cs typeface="Malgun Gothic"/>
              </a:rPr>
              <a:t> 1 MAC=1 IP </a:t>
            </a:r>
            <a:r>
              <a:rPr sz="830" b="0" dirty="0" err="1">
                <a:solidFill>
                  <a:srgbClr val="5A3000"/>
                </a:solidFill>
                <a:latin typeface="Malgun Gothic"/>
                <a:ea typeface="Malgun Gothic"/>
                <a:cs typeface="Malgun Gothic"/>
              </a:rPr>
              <a:t>강제</a:t>
            </a:r>
            <a:r>
              <a:rPr sz="830" b="0" dirty="0">
                <a:solidFill>
                  <a:srgbClr val="5A3000"/>
                </a:solidFill>
                <a:latin typeface="Malgun Gothic"/>
                <a:ea typeface="Malgun Gothic"/>
                <a:cs typeface="Malgun Gothic"/>
              </a:rPr>
              <a:t> 시 </a:t>
            </a:r>
            <a:r>
              <a:rPr sz="830" b="0" dirty="0" err="1">
                <a:solidFill>
                  <a:srgbClr val="5A3000"/>
                </a:solidFill>
                <a:latin typeface="Malgun Gothic"/>
                <a:ea typeface="Malgun Gothic"/>
                <a:cs typeface="Malgun Gothic"/>
              </a:rPr>
              <a:t>차단</a:t>
            </a:r>
            <a:endParaRPr sz="830" b="0" dirty="0">
              <a:solidFill>
                <a:srgbClr val="5A3000"/>
              </a:solidFill>
              <a:latin typeface="Malgun Gothic"/>
              <a:ea typeface="Malgun Gothic"/>
              <a:cs typeface="Malgun Gothic"/>
            </a:endParaRPr>
          </a:p>
          <a:p>
            <a:pPr algn="l"/>
            <a:r>
              <a:rPr sz="830" b="0" dirty="0">
                <a:solidFill>
                  <a:srgbClr val="5A3000"/>
                </a:solidFill>
                <a:latin typeface="Malgun Gothic"/>
                <a:ea typeface="Malgun Gothic"/>
                <a:cs typeface="Malgun Gothic"/>
              </a:rPr>
              <a:t>          → </a:t>
            </a:r>
            <a:r>
              <a:rPr sz="830" b="0" dirty="0" err="1">
                <a:solidFill>
                  <a:srgbClr val="5A3000"/>
                </a:solidFill>
                <a:latin typeface="Malgun Gothic"/>
                <a:ea typeface="Malgun Gothic"/>
                <a:cs typeface="Malgun Gothic"/>
              </a:rPr>
              <a:t>정적</a:t>
            </a:r>
            <a:r>
              <a:rPr sz="830" b="0" dirty="0">
                <a:solidFill>
                  <a:srgbClr val="5A300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830" b="0" dirty="0" err="1">
                <a:solidFill>
                  <a:srgbClr val="5A3000"/>
                </a:solidFill>
                <a:latin typeface="Malgun Gothic"/>
                <a:ea typeface="Malgun Gothic"/>
                <a:cs typeface="Malgun Gothic"/>
              </a:rPr>
              <a:t>바인딩</a:t>
            </a:r>
            <a:r>
              <a:rPr sz="830" b="0" dirty="0">
                <a:solidFill>
                  <a:srgbClr val="5A300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830" b="0" dirty="0" err="1">
                <a:solidFill>
                  <a:srgbClr val="5A3000"/>
                </a:solidFill>
                <a:latin typeface="Malgun Gothic"/>
                <a:ea typeface="Malgun Gothic"/>
                <a:cs typeface="Malgun Gothic"/>
              </a:rPr>
              <a:t>예외</a:t>
            </a:r>
            <a:r>
              <a:rPr sz="830" b="0" dirty="0">
                <a:solidFill>
                  <a:srgbClr val="5A3000"/>
                </a:solidFill>
                <a:latin typeface="Malgun Gothic"/>
                <a:ea typeface="Malgun Gothic"/>
                <a:cs typeface="Malgun Gothic"/>
              </a:rPr>
              <a:t> / </a:t>
            </a:r>
            <a:r>
              <a:rPr sz="830" b="0" dirty="0" err="1">
                <a:solidFill>
                  <a:srgbClr val="5A3000"/>
                </a:solidFill>
                <a:latin typeface="Malgun Gothic"/>
                <a:ea typeface="Malgun Gothic"/>
                <a:cs typeface="Malgun Gothic"/>
              </a:rPr>
              <a:t>정책</a:t>
            </a:r>
            <a:r>
              <a:rPr sz="830" b="0" dirty="0">
                <a:solidFill>
                  <a:srgbClr val="5A300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830" b="0" dirty="0" err="1">
                <a:solidFill>
                  <a:srgbClr val="5A3000"/>
                </a:solidFill>
                <a:latin typeface="Malgun Gothic"/>
                <a:ea typeface="Malgun Gothic"/>
                <a:cs typeface="Malgun Gothic"/>
              </a:rPr>
              <a:t>완화</a:t>
            </a:r>
            <a:r>
              <a:rPr sz="830" b="0" dirty="0">
                <a:solidFill>
                  <a:srgbClr val="5A300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830" b="0" dirty="0" err="1">
                <a:solidFill>
                  <a:srgbClr val="5A3000"/>
                </a:solidFill>
                <a:latin typeface="Malgun Gothic"/>
                <a:ea typeface="Malgun Gothic"/>
                <a:cs typeface="Malgun Gothic"/>
              </a:rPr>
              <a:t>요청</a:t>
            </a:r>
            <a:endParaRPr sz="830" b="0" dirty="0">
              <a:solidFill>
                <a:srgbClr val="5A3000"/>
              </a:solidFill>
              <a:latin typeface="Malgun Gothic"/>
              <a:ea typeface="Malgun Gothic"/>
              <a:cs typeface="Malgun Gothi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727</Words>
  <Application>Microsoft Office PowerPoint</Application>
  <PresentationFormat>와이드스크린</PresentationFormat>
  <Paragraphs>122</Paragraphs>
  <Slides>2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7" baseType="lpstr">
      <vt:lpstr>맑은 고딕</vt:lpstr>
      <vt:lpstr>맑은 고딕</vt:lpstr>
      <vt:lpstr>Arial</vt:lpstr>
      <vt:lpstr>Calibri</vt:lpstr>
      <vt:lpstr>Office Theme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탑스 캔</cp:lastModifiedBy>
  <cp:revision>7</cp:revision>
  <dcterms:created xsi:type="dcterms:W3CDTF">2013-01-27T09:14:16Z</dcterms:created>
  <dcterms:modified xsi:type="dcterms:W3CDTF">2026-06-29T07:40:48Z</dcterms:modified>
  <cp:category/>
</cp:coreProperties>
</file>